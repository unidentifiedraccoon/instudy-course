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256" r:id="rId2"/>
    <p:sldId id="1026" r:id="rId3"/>
    <p:sldId id="1025" r:id="rId4"/>
    <p:sldId id="1024" r:id="rId5"/>
    <p:sldId id="1021" r:id="rId6"/>
    <p:sldId id="1020" r:id="rId7"/>
    <p:sldId id="1022" r:id="rId8"/>
    <p:sldId id="102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85ECA-1773-4348-9D74-A539183EE8AB}" type="datetimeFigureOut">
              <a:rPr lang="ru-RU" smtClean="0"/>
              <a:t>09.07.2024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BCDBA-6FCF-4C95-98D3-389CD2C3A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70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80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83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v.pospelov\Desktop\лого.png">
            <a:extLst>
              <a:ext uri="{FF2B5EF4-FFF2-40B4-BE49-F238E27FC236}">
                <a16:creationId xmlns:a16="http://schemas.microsoft.com/office/drawing/2014/main" id="{3C1CC6F6-A74A-4590-925B-583BE0F0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4" y="528427"/>
            <a:ext cx="3174449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v.pospelov\Desktop\птт.png">
            <a:extLst>
              <a:ext uri="{FF2B5EF4-FFF2-40B4-BE49-F238E27FC236}">
                <a16:creationId xmlns:a16="http://schemas.microsoft.com/office/drawing/2014/main" id="{71C0F0C6-CDFB-43BB-A411-B81D4C87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9" y="0"/>
            <a:ext cx="121699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976" y="1277888"/>
            <a:ext cx="10972800" cy="1143000"/>
          </a:xfrm>
        </p:spPr>
        <p:txBody>
          <a:bodyPr>
            <a:normAutofit/>
          </a:bodyPr>
          <a:lstStyle>
            <a:lvl1pPr algn="l">
              <a:defRPr lang="ru-RU" sz="3600" kern="1200" dirty="0">
                <a:solidFill>
                  <a:schemeClr val="tx1"/>
                </a:solidFill>
                <a:latin typeface="HeliosBlack" pitchFamily="82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2348881"/>
            <a:ext cx="10670976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5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2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0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0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3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4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6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0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8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8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2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3717" y="3883680"/>
            <a:ext cx="7641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F0000"/>
                </a:solidFill>
                <a:latin typeface="HeliosBlack" pitchFamily="82" charset="0"/>
                <a:ea typeface="+mj-ea"/>
                <a:cs typeface="+mj-cs"/>
              </a:rPr>
              <a:t>Упражнения для пары</a:t>
            </a:r>
            <a:endParaRPr lang="ru-RU" sz="3200" b="1" dirty="0">
              <a:solidFill>
                <a:srgbClr val="FF0000"/>
              </a:solidFill>
              <a:latin typeface="HeliosBlac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4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B96B9-D6E8-4741-9D4B-A585D65D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обидами партнеров друг на друга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96E9C1-7245-4453-BAFB-412577C4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48881"/>
            <a:ext cx="9289002" cy="3777283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Конечно часто в паре накоплены невысказанные обиды.</a:t>
            </a:r>
          </a:p>
          <a:p>
            <a:r>
              <a:rPr lang="ru-RU" dirty="0"/>
              <a:t>Одно из упражнений, которое дается на дом – бой подушками (снимаем самые простые недовольства, желательно с включением флирта).</a:t>
            </a:r>
            <a:br>
              <a:rPr lang="ru-RU" dirty="0"/>
            </a:br>
            <a:r>
              <a:rPr lang="ru-RU" dirty="0"/>
              <a:t>1. Выписываем причины недовольства друг другом (15), ранжируем их (сначала достаточно простые), выбираем первые 3-5. </a:t>
            </a:r>
          </a:p>
          <a:p>
            <a:r>
              <a:rPr lang="ru-RU" dirty="0"/>
              <a:t>2. Достаем маленькие декоративные подушки, договариваемся о времени и каждый по очереди высказывает причину недовольства и бьет подушкой партнера (стараемся не попадать по чувствительным местам)</a:t>
            </a:r>
          </a:p>
          <a:p>
            <a:r>
              <a:rPr lang="ru-RU" dirty="0"/>
              <a:t>3. Высказав первые 3-5 претензий в зависимости от состояния Смеемся и обнимается, или говорим : «Все, продолжим завтра! Я ценю, что мы с тобой решились на это!»</a:t>
            </a:r>
          </a:p>
          <a:p>
            <a:r>
              <a:rPr lang="ru-RU" dirty="0"/>
              <a:t>4. Договариваемся о следующих «баталиях».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/>
              <a:t>цеом</a:t>
            </a:r>
            <a:r>
              <a:rPr lang="ru-RU" dirty="0"/>
              <a:t> работа с обидами идет в индивидуальном порядке. </a:t>
            </a:r>
          </a:p>
          <a:p>
            <a:r>
              <a:rPr lang="ru-RU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4655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49B37-AC94-4BA7-AE38-A51266A6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Слова поддержки и восхищения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0DE51E-34B1-4838-BFC9-D2FD6B0EC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48881"/>
            <a:ext cx="9324513" cy="377728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Во многих семьях (партнерствах) такие слова произносятся редко и почти всегда несоответственно (смотри тему: Слова поддержки и восхищения, как правильно говорить)</a:t>
            </a:r>
            <a:br>
              <a:rPr lang="ru-RU" dirty="0"/>
            </a:br>
            <a:r>
              <a:rPr lang="ru-RU" dirty="0"/>
              <a:t>Делаем интервенцию: учимся говорить слова поддержки и восхищения, тренируемся письменно и доводим написанные слова до совершенства. </a:t>
            </a:r>
          </a:p>
          <a:p>
            <a:r>
              <a:rPr lang="ru-RU" dirty="0"/>
              <a:t>Далее партнеры в смс обмениваются в течении недели </a:t>
            </a:r>
            <a:r>
              <a:rPr lang="ru-RU" dirty="0" err="1"/>
              <a:t>смсками</a:t>
            </a:r>
            <a:r>
              <a:rPr lang="ru-RU" dirty="0"/>
              <a:t> со словами поддержки и восхищения, затем постепенно  вводим в дневное общение обмен словами поддержки и восхищения. </a:t>
            </a:r>
          </a:p>
        </p:txBody>
      </p:sp>
    </p:spTree>
    <p:extLst>
      <p:ext uri="{BB962C8B-B14F-4D97-AF65-F5344CB8AC3E}">
        <p14:creationId xmlns:p14="http://schemas.microsoft.com/office/powerpoint/2010/main" val="193590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901BA-9F0A-415E-88DD-1112994A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Благодарность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4134D3-99A2-4D43-8D48-A2F6FBB16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партнерстве, начиная возможно с определенного периода отношений, пары забывают благодарить друг друга. </a:t>
            </a:r>
          </a:p>
          <a:p>
            <a:r>
              <a:rPr lang="ru-RU" dirty="0"/>
              <a:t>Важно возобновить этот навык. Для этого можно сделать такое упражнение. </a:t>
            </a:r>
          </a:p>
          <a:p>
            <a:r>
              <a:rPr lang="ru-RU" dirty="0"/>
              <a:t>1. Написать список, за что я хотел(а) бы поблагодарить партнера, но забываю в суете дел. </a:t>
            </a:r>
          </a:p>
          <a:p>
            <a:r>
              <a:rPr lang="ru-RU" dirty="0"/>
              <a:t>2. Написать список того, за что в принципе можно было бы поблагодарить партнера, хотя в моей карте реальности это просто не стоит благодарности. </a:t>
            </a:r>
          </a:p>
          <a:p>
            <a:r>
              <a:rPr lang="ru-RU" dirty="0"/>
              <a:t>3. Обратить внимание на то, как часто я благодарю партнера за вещи из списка 1. Хотя бы иногда я благодарю партнера за некоторые вещи из списка 2? </a:t>
            </a:r>
          </a:p>
          <a:p>
            <a:r>
              <a:rPr lang="ru-RU" dirty="0"/>
              <a:t>4. Стоит подумать, готов(а) ли я включить в дневное общение слова благодарности. </a:t>
            </a:r>
          </a:p>
          <a:p>
            <a:r>
              <a:rPr lang="ru-RU" dirty="0"/>
              <a:t>5. В крайних случаях партнеры в смс обмениваются в течении недели </a:t>
            </a:r>
            <a:r>
              <a:rPr lang="ru-RU" dirty="0" err="1"/>
              <a:t>смсками</a:t>
            </a:r>
            <a:r>
              <a:rPr lang="ru-RU" dirty="0"/>
              <a:t> со словами благодарности из списка.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3082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87867-89C0-43A7-A31E-EC71CFCC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1800" y="439340"/>
            <a:ext cx="7018776" cy="653964"/>
          </a:xfrm>
        </p:spPr>
        <p:txBody>
          <a:bodyPr>
            <a:normAutofit/>
          </a:bodyPr>
          <a:lstStyle/>
          <a:p>
            <a:r>
              <a:rPr lang="ru-RU" b="1" dirty="0"/>
              <a:t>Вопросы для женщин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5D70DE-A10E-40CD-874F-0CE3B1F7A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1175"/>
            <a:ext cx="10670976" cy="468499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1.Когда я плачу мне хочется, что б мой возлюбленный…</a:t>
            </a:r>
          </a:p>
          <a:p>
            <a:r>
              <a:rPr lang="ru-RU" dirty="0"/>
              <a:t>2. Я люблю, когда мой возлюбленный проявляет ко мне интерес и внимание следующим образом…</a:t>
            </a:r>
          </a:p>
          <a:p>
            <a:r>
              <a:rPr lang="ru-RU" dirty="0"/>
              <a:t>3.Мне хотелось бы, чтоб мой возлюбленный укрепил мое самоуважение следующим образом…</a:t>
            </a:r>
          </a:p>
          <a:p>
            <a:r>
              <a:rPr lang="ru-RU" dirty="0"/>
              <a:t>4.По моему, мой возлюбленный относится к моей женской интуиции следующим образом…</a:t>
            </a:r>
          </a:p>
          <a:p>
            <a:r>
              <a:rPr lang="ru-RU" dirty="0"/>
              <a:t>5.Когда я испытываю предменструальное напряжение, мне бы хотелось, чтоб мой возлюбленный…</a:t>
            </a:r>
          </a:p>
          <a:p>
            <a:r>
              <a:rPr lang="ru-RU" dirty="0"/>
              <a:t>6.Мне бы хотелось, чтоб мой возлюбленный проявлял интерес к нашему дому следующим образом…</a:t>
            </a:r>
          </a:p>
          <a:p>
            <a:pPr lvl="0"/>
            <a:r>
              <a:rPr lang="ru-RU" dirty="0"/>
              <a:t>Я хотела бы реализовывать свои способности вне дома следующим образом…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253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63525-A7B4-4C81-BBD3-F23143A2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486" y="274036"/>
            <a:ext cx="7277193" cy="749695"/>
          </a:xfrm>
        </p:spPr>
        <p:txBody>
          <a:bodyPr/>
          <a:lstStyle/>
          <a:p>
            <a:r>
              <a:rPr lang="ru-RU" b="1" dirty="0"/>
              <a:t>Вопросы для мужчин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BE1929-D29F-401F-87A7-14E9FD4C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31235"/>
            <a:ext cx="10670976" cy="4694929"/>
          </a:xfrm>
        </p:spPr>
        <p:txBody>
          <a:bodyPr>
            <a:normAutofit fontScale="92500"/>
          </a:bodyPr>
          <a:lstStyle/>
          <a:p>
            <a:r>
              <a:rPr lang="ru-RU" dirty="0"/>
              <a:t>Мне бы хотелось, чтоб моя возлюбленная понимала мою потребность в _____________ и проявляла это следующим образом: </a:t>
            </a:r>
          </a:p>
          <a:p>
            <a:r>
              <a:rPr lang="ru-RU" dirty="0"/>
              <a:t>мне бы хотелось, чтоб моя возлюбленная понимала мою потребность в _______________ и проявляла это следующим образом: </a:t>
            </a:r>
          </a:p>
          <a:p>
            <a:r>
              <a:rPr lang="ru-RU" dirty="0"/>
              <a:t>мне бы хотелось, чтоб моя возлюбленная понимала мою потребность в ______________и проявляла это следующим образом:  </a:t>
            </a:r>
          </a:p>
          <a:p>
            <a:r>
              <a:rPr lang="ru-RU" dirty="0"/>
              <a:t>мне бы хотелось, чтоб моя возлюбленная понимала мою потребность в ______________ и проявляла это следующим образом: </a:t>
            </a:r>
          </a:p>
          <a:p>
            <a:r>
              <a:rPr lang="ru-RU" dirty="0"/>
              <a:t>мне бы хотелось, чтоб моя возлюбленная сделала наш дом местом, куда приятно возвращаться и сделала это следующим образом…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1164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9351-799C-4508-82B0-AF4B4375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583" y="264097"/>
            <a:ext cx="7267254" cy="690060"/>
          </a:xfrm>
        </p:spPr>
        <p:txBody>
          <a:bodyPr/>
          <a:lstStyle/>
          <a:p>
            <a:r>
              <a:rPr lang="ru-RU" b="1" dirty="0"/>
              <a:t>Вопросы для мужчин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6B99E7-6F47-473F-AEDD-7D963B60A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1175"/>
            <a:ext cx="10670976" cy="468499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Когда я чувствую, что мужество покидает меня (неприятности на работе, усталость) я хотел бы, что б моя возлюбленная делала следующее…</a:t>
            </a:r>
          </a:p>
          <a:p>
            <a:r>
              <a:rPr lang="ru-RU" dirty="0"/>
              <a:t>Когда я возвращаюсь домой с работы, я хочу, что б возлюбленная меня встречала… (в каком виде, как она должна при этом выглядеть?)…</a:t>
            </a:r>
          </a:p>
          <a:p>
            <a:r>
              <a:rPr lang="ru-RU" dirty="0"/>
              <a:t>Каким образом возлюбленная может помочь укрепить Вам свое мужское достоинство?</a:t>
            </a:r>
          </a:p>
          <a:p>
            <a:r>
              <a:rPr lang="ru-RU" dirty="0"/>
              <a:t>Как вы реагируете, когда возлюбленная перебивает Вас? Как Вы хотите, чтоб она это делала? </a:t>
            </a:r>
          </a:p>
          <a:p>
            <a:r>
              <a:rPr lang="ru-RU" dirty="0"/>
              <a:t>Каким образом Ваша возлюбленная может помочь Вам расслабиться или снять напряжение? </a:t>
            </a:r>
          </a:p>
          <a:p>
            <a:r>
              <a:rPr lang="ru-RU" dirty="0"/>
              <a:t>Нравится ли Вам, когда Ваша возлюбленная поддерживает Вас и сочувствует вашим интересам в профессиональном плане? каким образом ей лучше это сделать? </a:t>
            </a:r>
          </a:p>
          <a:p>
            <a:r>
              <a:rPr lang="ru-RU" dirty="0"/>
              <a:t>К чему Вы бы хотели, что б ваша возлюбленная проявила больший интерес в вашей совместной жизни?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474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63525-A7B4-4C81-BBD3-F23143A2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486" y="274036"/>
            <a:ext cx="7277193" cy="74969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Вопросы для женщин</a:t>
            </a:r>
            <a:br>
              <a:rPr lang="ru-RU" b="1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BE1929-D29F-401F-87A7-14E9FD4C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31235"/>
            <a:ext cx="10670976" cy="4694929"/>
          </a:xfrm>
        </p:spPr>
        <p:txBody>
          <a:bodyPr>
            <a:normAutofit fontScale="92500"/>
          </a:bodyPr>
          <a:lstStyle/>
          <a:p>
            <a:r>
              <a:rPr lang="ru-RU" dirty="0"/>
              <a:t>Мне бы хотелось, чтоб мой возлюбленный понимал мою потребность в _____________ и проявлял это следующим образом: </a:t>
            </a:r>
          </a:p>
          <a:p>
            <a:r>
              <a:rPr lang="ru-RU" dirty="0"/>
              <a:t>мне бы хотелось, чтоб мой возлюбленный понимал мою потребность в _______________ и проявлял это следующим образом: </a:t>
            </a:r>
          </a:p>
          <a:p>
            <a:r>
              <a:rPr lang="ru-RU" dirty="0"/>
              <a:t>мне бы хотелось, чтоб мой возлюбленный понимал мою потребность в ______________и проявлял это следующим образом:  </a:t>
            </a:r>
          </a:p>
          <a:p>
            <a:r>
              <a:rPr lang="ru-RU" dirty="0"/>
              <a:t>мне бы хотелось, чтоб мой возлюбленный понимал мою потребность в ______________ </a:t>
            </a:r>
            <a:r>
              <a:rPr lang="ru-RU"/>
              <a:t>и проявлял </a:t>
            </a:r>
            <a:r>
              <a:rPr lang="ru-RU" dirty="0"/>
              <a:t>это следующим образом: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8568570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ии 30.04.2020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ии 30.04.2020" id="{8EC166D9-960F-45B0-A4D3-64F2AD2DA673}" vid="{89611A37-9DA5-47CA-9E67-9EE3312C594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8121</TotalTime>
  <Words>824</Words>
  <Application>Microsoft Office PowerPoint</Application>
  <PresentationFormat>Широкоэкранный</PresentationFormat>
  <Paragraphs>51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HeliosBlack</vt:lpstr>
      <vt:lpstr>Шаблон презентации 30.04.2020</vt:lpstr>
      <vt:lpstr>Презентация PowerPoint</vt:lpstr>
      <vt:lpstr>Работа с обидами партнеров друг на друга</vt:lpstr>
      <vt:lpstr>Слова поддержки и восхищения</vt:lpstr>
      <vt:lpstr>Благодарность</vt:lpstr>
      <vt:lpstr>Вопросы для женщин</vt:lpstr>
      <vt:lpstr>Вопросы для мужчин</vt:lpstr>
      <vt:lpstr>Вопросы для мужчин</vt:lpstr>
      <vt:lpstr>Вопросы для женщин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Nataliya Ponomareva</dc:creator>
  <cp:lastModifiedBy>user</cp:lastModifiedBy>
  <cp:revision>60</cp:revision>
  <dcterms:created xsi:type="dcterms:W3CDTF">2020-04-28T07:59:22Z</dcterms:created>
  <dcterms:modified xsi:type="dcterms:W3CDTF">2024-07-09T09:23:35Z</dcterms:modified>
</cp:coreProperties>
</file>