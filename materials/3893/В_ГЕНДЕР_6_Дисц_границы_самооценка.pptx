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1019" r:id="rId2"/>
    <p:sldId id="1072" r:id="rId3"/>
    <p:sldId id="1066" r:id="rId4"/>
    <p:sldId id="270" r:id="rId5"/>
    <p:sldId id="955" r:id="rId6"/>
    <p:sldId id="382" r:id="rId7"/>
    <p:sldId id="360" r:id="rId8"/>
    <p:sldId id="362" r:id="rId9"/>
    <p:sldId id="380" r:id="rId10"/>
    <p:sldId id="410" r:id="rId11"/>
    <p:sldId id="412" r:id="rId12"/>
    <p:sldId id="392" r:id="rId13"/>
    <p:sldId id="1038" r:id="rId14"/>
    <p:sldId id="393" r:id="rId15"/>
    <p:sldId id="1040" r:id="rId16"/>
    <p:sldId id="1041" r:id="rId17"/>
    <p:sldId id="1042" r:id="rId18"/>
    <p:sldId id="1043" r:id="rId19"/>
    <p:sldId id="256" r:id="rId20"/>
    <p:sldId id="1136" r:id="rId21"/>
    <p:sldId id="1137" r:id="rId22"/>
    <p:sldId id="1138" r:id="rId23"/>
    <p:sldId id="1139" r:id="rId24"/>
    <p:sldId id="1140" r:id="rId25"/>
    <p:sldId id="1141" r:id="rId26"/>
    <p:sldId id="1142" r:id="rId27"/>
    <p:sldId id="1021" r:id="rId28"/>
    <p:sldId id="1022" r:id="rId29"/>
    <p:sldId id="258" r:id="rId30"/>
    <p:sldId id="950" r:id="rId31"/>
    <p:sldId id="1018" r:id="rId32"/>
    <p:sldId id="262" r:id="rId33"/>
    <p:sldId id="263" r:id="rId34"/>
    <p:sldId id="1144" r:id="rId35"/>
    <p:sldId id="1145" r:id="rId36"/>
    <p:sldId id="422" r:id="rId37"/>
    <p:sldId id="423" r:id="rId38"/>
    <p:sldId id="974" r:id="rId39"/>
    <p:sldId id="969" r:id="rId40"/>
    <p:sldId id="970" r:id="rId41"/>
    <p:sldId id="398" r:id="rId42"/>
    <p:sldId id="1069" r:id="rId43"/>
    <p:sldId id="302" r:id="rId44"/>
    <p:sldId id="1071" r:id="rId45"/>
    <p:sldId id="261" r:id="rId46"/>
    <p:sldId id="1017" r:id="rId47"/>
    <p:sldId id="1143" r:id="rId4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32B7CF-4B11-47B4-9538-AFC6D08F99BE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941EE1B-8039-4C73-B5C9-BA887DE41D63}">
      <dgm:prSet phldrT="[Текст]"/>
      <dgm:spPr/>
      <dgm:t>
        <a:bodyPr/>
        <a:lstStyle/>
        <a:p>
          <a:r>
            <a:rPr lang="ru-RU" dirty="0"/>
            <a:t>Структура </a:t>
          </a:r>
          <a:br>
            <a:rPr lang="ru-RU" dirty="0"/>
          </a:br>
          <a:r>
            <a:rPr lang="ru-RU" dirty="0"/>
            <a:t>личности</a:t>
          </a:r>
        </a:p>
      </dgm:t>
    </dgm:pt>
    <dgm:pt modelId="{404FBF34-B988-4367-A021-4774F965614D}" type="parTrans" cxnId="{E8B0BB96-1309-4DE5-9A2F-BB6BE5D73BAE}">
      <dgm:prSet/>
      <dgm:spPr/>
      <dgm:t>
        <a:bodyPr/>
        <a:lstStyle/>
        <a:p>
          <a:endParaRPr lang="ru-RU"/>
        </a:p>
      </dgm:t>
    </dgm:pt>
    <dgm:pt modelId="{3827EB85-7BE3-40A8-8EC2-0E8E149345C8}" type="sibTrans" cxnId="{E8B0BB96-1309-4DE5-9A2F-BB6BE5D73BAE}">
      <dgm:prSet/>
      <dgm:spPr/>
      <dgm:t>
        <a:bodyPr/>
        <a:lstStyle/>
        <a:p>
          <a:endParaRPr lang="ru-RU"/>
        </a:p>
      </dgm:t>
    </dgm:pt>
    <dgm:pt modelId="{96346EDD-50AC-4256-8C33-265BCDC5F894}">
      <dgm:prSet phldrT="[Текст]" custT="1"/>
      <dgm:spPr/>
      <dgm:t>
        <a:bodyPr/>
        <a:lstStyle/>
        <a:p>
          <a:r>
            <a:rPr lang="ru-RU" sz="1800" dirty="0" err="1"/>
            <a:t>Ожи</a:t>
          </a:r>
          <a:br>
            <a:rPr lang="ru-RU" sz="1800" dirty="0"/>
          </a:br>
          <a:r>
            <a:rPr lang="ru-RU" sz="1800" dirty="0" err="1"/>
            <a:t>дания</a:t>
          </a:r>
          <a:endParaRPr lang="ru-RU" sz="1800" dirty="0"/>
        </a:p>
      </dgm:t>
    </dgm:pt>
    <dgm:pt modelId="{9D296F30-FB43-4BB5-9A89-6E39C8B529BF}" type="parTrans" cxnId="{660C03FB-8784-4E81-BE7A-2B59D87099B9}">
      <dgm:prSet/>
      <dgm:spPr/>
      <dgm:t>
        <a:bodyPr/>
        <a:lstStyle/>
        <a:p>
          <a:endParaRPr lang="ru-RU"/>
        </a:p>
      </dgm:t>
    </dgm:pt>
    <dgm:pt modelId="{7732123B-AECB-4964-93DA-FF5F660EA750}" type="sibTrans" cxnId="{660C03FB-8784-4E81-BE7A-2B59D87099B9}">
      <dgm:prSet/>
      <dgm:spPr/>
      <dgm:t>
        <a:bodyPr/>
        <a:lstStyle/>
        <a:p>
          <a:endParaRPr lang="ru-RU"/>
        </a:p>
      </dgm:t>
    </dgm:pt>
    <dgm:pt modelId="{7BF058A2-4FEB-4972-99C3-EEC57550B2D6}">
      <dgm:prSet phldrT="[Текст]" custT="1"/>
      <dgm:spPr/>
      <dgm:t>
        <a:bodyPr/>
        <a:lstStyle/>
        <a:p>
          <a:r>
            <a:rPr lang="ru-RU" sz="1800" dirty="0" err="1"/>
            <a:t>Убеж</a:t>
          </a:r>
          <a:br>
            <a:rPr lang="ru-RU" sz="1800" dirty="0"/>
          </a:br>
          <a:r>
            <a:rPr lang="ru-RU" sz="1800" dirty="0" err="1"/>
            <a:t>дения</a:t>
          </a:r>
          <a:endParaRPr lang="ru-RU" sz="1800" dirty="0"/>
        </a:p>
      </dgm:t>
    </dgm:pt>
    <dgm:pt modelId="{BD55B2C8-E011-43D1-88CD-5B9D6B9129AF}" type="parTrans" cxnId="{FD02C5D3-5BC9-4CA5-8795-0252EB88464C}">
      <dgm:prSet/>
      <dgm:spPr/>
      <dgm:t>
        <a:bodyPr/>
        <a:lstStyle/>
        <a:p>
          <a:endParaRPr lang="ru-RU"/>
        </a:p>
      </dgm:t>
    </dgm:pt>
    <dgm:pt modelId="{A7AFA4E3-8262-4C83-879C-2695F39FACB6}" type="sibTrans" cxnId="{FD02C5D3-5BC9-4CA5-8795-0252EB88464C}">
      <dgm:prSet/>
      <dgm:spPr/>
      <dgm:t>
        <a:bodyPr/>
        <a:lstStyle/>
        <a:p>
          <a:endParaRPr lang="ru-RU"/>
        </a:p>
      </dgm:t>
    </dgm:pt>
    <dgm:pt modelId="{FF64804D-3737-4BFE-8165-CF7EB61D94DF}">
      <dgm:prSet phldrT="[Текст]" custT="1"/>
      <dgm:spPr/>
      <dgm:t>
        <a:bodyPr/>
        <a:lstStyle/>
        <a:p>
          <a:r>
            <a:rPr lang="ru-RU" sz="1800" dirty="0" err="1"/>
            <a:t>Воспомина</a:t>
          </a:r>
          <a:br>
            <a:rPr lang="ru-RU" sz="1800" dirty="0"/>
          </a:br>
          <a:r>
            <a:rPr lang="ru-RU" sz="1800" dirty="0" err="1"/>
            <a:t>ния</a:t>
          </a:r>
          <a:endParaRPr lang="ru-RU" sz="1800" dirty="0"/>
        </a:p>
      </dgm:t>
    </dgm:pt>
    <dgm:pt modelId="{074C2DA8-8804-4238-9F27-8EB2BA04AD78}" type="parTrans" cxnId="{0E261924-C82E-4D9B-8153-B2EE9F2BA99C}">
      <dgm:prSet/>
      <dgm:spPr/>
      <dgm:t>
        <a:bodyPr/>
        <a:lstStyle/>
        <a:p>
          <a:endParaRPr lang="ru-RU"/>
        </a:p>
      </dgm:t>
    </dgm:pt>
    <dgm:pt modelId="{F06C7343-4465-42DA-BEF9-994D4FB9A969}" type="sibTrans" cxnId="{0E261924-C82E-4D9B-8153-B2EE9F2BA99C}">
      <dgm:prSet/>
      <dgm:spPr/>
      <dgm:t>
        <a:bodyPr/>
        <a:lstStyle/>
        <a:p>
          <a:endParaRPr lang="ru-RU"/>
        </a:p>
      </dgm:t>
    </dgm:pt>
    <dgm:pt modelId="{B124F3CD-C773-4784-8840-B093E982861E}">
      <dgm:prSet phldrT="[Текст]" custT="1"/>
      <dgm:spPr/>
      <dgm:t>
        <a:bodyPr/>
        <a:lstStyle/>
        <a:p>
          <a:r>
            <a:rPr lang="ru-RU" sz="1800" dirty="0"/>
            <a:t>Оценки </a:t>
          </a:r>
          <a:r>
            <a:rPr lang="ru-RU" sz="1800" dirty="0" err="1"/>
            <a:t>сужде</a:t>
          </a:r>
          <a:br>
            <a:rPr lang="ru-RU" sz="1800" dirty="0"/>
          </a:br>
          <a:r>
            <a:rPr lang="ru-RU" sz="1800" dirty="0" err="1"/>
            <a:t>ния</a:t>
          </a:r>
          <a:endParaRPr lang="ru-RU" sz="1800" dirty="0"/>
        </a:p>
      </dgm:t>
    </dgm:pt>
    <dgm:pt modelId="{15CFF00F-A5C1-4755-B7BC-9AECCD38B9B8}" type="parTrans" cxnId="{C60749E7-0675-4559-92F4-381E0A916486}">
      <dgm:prSet/>
      <dgm:spPr/>
      <dgm:t>
        <a:bodyPr/>
        <a:lstStyle/>
        <a:p>
          <a:endParaRPr lang="ru-RU"/>
        </a:p>
      </dgm:t>
    </dgm:pt>
    <dgm:pt modelId="{72AB42A6-B31D-4742-BC19-99232B38B352}" type="sibTrans" cxnId="{C60749E7-0675-4559-92F4-381E0A916486}">
      <dgm:prSet/>
      <dgm:spPr/>
      <dgm:t>
        <a:bodyPr/>
        <a:lstStyle/>
        <a:p>
          <a:endParaRPr lang="ru-RU"/>
        </a:p>
      </dgm:t>
    </dgm:pt>
    <dgm:pt modelId="{7A6BE68D-3181-4301-A6D0-8A14010DECA7}">
      <dgm:prSet custT="1"/>
      <dgm:spPr/>
      <dgm:t>
        <a:bodyPr/>
        <a:lstStyle/>
        <a:p>
          <a:r>
            <a:rPr lang="ru-RU" sz="1800" dirty="0" err="1"/>
            <a:t>Интерпрета</a:t>
          </a:r>
          <a:br>
            <a:rPr lang="ru-RU" sz="1800" dirty="0"/>
          </a:br>
          <a:r>
            <a:rPr lang="ru-RU" sz="1800" dirty="0" err="1"/>
            <a:t>ции</a:t>
          </a:r>
          <a:endParaRPr lang="ru-RU" sz="1800" dirty="0"/>
        </a:p>
      </dgm:t>
    </dgm:pt>
    <dgm:pt modelId="{974AB35B-72B1-41F2-BB9C-C818EFABEA0F}" type="parTrans" cxnId="{1261143D-CE29-468A-B5F9-9C498F38D72A}">
      <dgm:prSet/>
      <dgm:spPr/>
      <dgm:t>
        <a:bodyPr/>
        <a:lstStyle/>
        <a:p>
          <a:endParaRPr lang="ru-RU"/>
        </a:p>
      </dgm:t>
    </dgm:pt>
    <dgm:pt modelId="{2765F1CD-FFBE-49C1-8E0B-4903C4CBECBE}" type="sibTrans" cxnId="{1261143D-CE29-468A-B5F9-9C498F38D72A}">
      <dgm:prSet/>
      <dgm:spPr/>
      <dgm:t>
        <a:bodyPr/>
        <a:lstStyle/>
        <a:p>
          <a:endParaRPr lang="ru-RU"/>
        </a:p>
      </dgm:t>
    </dgm:pt>
    <dgm:pt modelId="{2832A83F-7CDB-49BF-8034-0ADF1833A9B0}">
      <dgm:prSet custT="1"/>
      <dgm:spPr/>
      <dgm:t>
        <a:bodyPr/>
        <a:lstStyle/>
        <a:p>
          <a:r>
            <a:rPr lang="ru-RU" sz="1800" dirty="0"/>
            <a:t>Цен</a:t>
          </a:r>
          <a:br>
            <a:rPr lang="ru-RU" sz="1800" dirty="0"/>
          </a:br>
          <a:r>
            <a:rPr lang="ru-RU" sz="1800" dirty="0" err="1"/>
            <a:t>ности</a:t>
          </a:r>
          <a:endParaRPr lang="ru-RU" sz="1800" dirty="0"/>
        </a:p>
      </dgm:t>
    </dgm:pt>
    <dgm:pt modelId="{67DE6726-C213-4C9B-B0EC-05FEC05DCCA4}" type="parTrans" cxnId="{17F43C19-86F0-4F63-93D4-6D606D95FF2C}">
      <dgm:prSet/>
      <dgm:spPr/>
      <dgm:t>
        <a:bodyPr/>
        <a:lstStyle/>
        <a:p>
          <a:endParaRPr lang="ru-RU"/>
        </a:p>
      </dgm:t>
    </dgm:pt>
    <dgm:pt modelId="{7E34C6E2-FAC7-4DE9-8D0A-E961546DD211}" type="sibTrans" cxnId="{17F43C19-86F0-4F63-93D4-6D606D95FF2C}">
      <dgm:prSet/>
      <dgm:spPr/>
      <dgm:t>
        <a:bodyPr/>
        <a:lstStyle/>
        <a:p>
          <a:endParaRPr lang="ru-RU"/>
        </a:p>
      </dgm:t>
    </dgm:pt>
    <dgm:pt modelId="{44F71BCE-DB26-48BB-8AFB-37DBE3953CA2}">
      <dgm:prSet custT="1"/>
      <dgm:spPr/>
      <dgm:t>
        <a:bodyPr/>
        <a:lstStyle/>
        <a:p>
          <a:r>
            <a:rPr lang="ru-RU" sz="1800" dirty="0"/>
            <a:t>Обеты, клятвы</a:t>
          </a:r>
        </a:p>
      </dgm:t>
    </dgm:pt>
    <dgm:pt modelId="{16CCF38D-C6AA-4783-B097-8FE66C0186E9}" type="parTrans" cxnId="{12237ABF-F4D6-4D3C-AC83-CBA4574434D1}">
      <dgm:prSet/>
      <dgm:spPr/>
      <dgm:t>
        <a:bodyPr/>
        <a:lstStyle/>
        <a:p>
          <a:endParaRPr lang="ru-RU"/>
        </a:p>
      </dgm:t>
    </dgm:pt>
    <dgm:pt modelId="{6A29B76D-A485-444D-A860-96AE270BE0E0}" type="sibTrans" cxnId="{12237ABF-F4D6-4D3C-AC83-CBA4574434D1}">
      <dgm:prSet/>
      <dgm:spPr>
        <a:blipFill rotWithShape="0">
          <a:blip xmlns:r="http://schemas.openxmlformats.org/officeDocument/2006/relationships" r:embed="rId1"/>
          <a:srcRect/>
          <a:stretch>
            <a:fillRect l="-5000" r="-5000"/>
          </a:stretch>
        </a:blipFill>
      </dgm:spPr>
      <dgm:t>
        <a:bodyPr/>
        <a:lstStyle/>
        <a:p>
          <a:endParaRPr lang="ru-RU"/>
        </a:p>
      </dgm:t>
    </dgm:pt>
    <dgm:pt modelId="{DD7BE339-51F8-4AF6-BEF3-70A7DA70C13F}">
      <dgm:prSet custT="1"/>
      <dgm:spPr/>
      <dgm:t>
        <a:bodyPr/>
        <a:lstStyle/>
        <a:p>
          <a:r>
            <a:rPr lang="ru-RU" sz="2000" dirty="0"/>
            <a:t>Драй</a:t>
          </a:r>
          <a:br>
            <a:rPr lang="ru-RU" sz="2000" dirty="0"/>
          </a:br>
          <a:r>
            <a:rPr lang="ru-RU" sz="2000" dirty="0"/>
            <a:t>веры</a:t>
          </a:r>
        </a:p>
      </dgm:t>
    </dgm:pt>
    <dgm:pt modelId="{91DFC7C9-155B-4611-B25F-961B7B2F71E3}" type="parTrans" cxnId="{460B0008-26DB-435A-8D99-645E5E2C5377}">
      <dgm:prSet/>
      <dgm:spPr/>
      <dgm:t>
        <a:bodyPr/>
        <a:lstStyle/>
        <a:p>
          <a:endParaRPr lang="ru-RU"/>
        </a:p>
      </dgm:t>
    </dgm:pt>
    <dgm:pt modelId="{90AE621F-6726-4764-86C6-D9C829BF6A4E}" type="sibTrans" cxnId="{460B0008-26DB-435A-8D99-645E5E2C5377}">
      <dgm:prSet/>
      <dgm:spPr/>
      <dgm:t>
        <a:bodyPr/>
        <a:lstStyle/>
        <a:p>
          <a:endParaRPr lang="ru-RU"/>
        </a:p>
      </dgm:t>
    </dgm:pt>
    <dgm:pt modelId="{D0A3D489-ED8F-4EE4-913B-A387B19791B5}">
      <dgm:prSet custT="1"/>
      <dgm:spPr/>
      <dgm:t>
        <a:bodyPr/>
        <a:lstStyle/>
        <a:p>
          <a:r>
            <a:rPr lang="ru-RU" sz="2000" dirty="0"/>
            <a:t>Драй</a:t>
          </a:r>
          <a:br>
            <a:rPr lang="ru-RU" sz="2000" dirty="0"/>
          </a:br>
          <a:r>
            <a:rPr lang="ru-RU" sz="2000" dirty="0"/>
            <a:t>веры</a:t>
          </a:r>
        </a:p>
      </dgm:t>
    </dgm:pt>
    <dgm:pt modelId="{C3C6243B-5847-4567-99B6-A1AB2F693A1C}" type="parTrans" cxnId="{A215BE6F-0B4D-41AA-86D0-4FB79E671320}">
      <dgm:prSet/>
      <dgm:spPr/>
      <dgm:t>
        <a:bodyPr/>
        <a:lstStyle/>
        <a:p>
          <a:endParaRPr lang="ru-RU"/>
        </a:p>
      </dgm:t>
    </dgm:pt>
    <dgm:pt modelId="{414C2C5A-A01A-4479-9E8C-1F8A8D4FBDA2}" type="sibTrans" cxnId="{A215BE6F-0B4D-41AA-86D0-4FB79E671320}">
      <dgm:prSet/>
      <dgm:spPr/>
      <dgm:t>
        <a:bodyPr/>
        <a:lstStyle/>
        <a:p>
          <a:endParaRPr lang="ru-RU"/>
        </a:p>
      </dgm:t>
    </dgm:pt>
    <dgm:pt modelId="{8A11C999-98DC-4CBF-848A-330C6AB4E95D}">
      <dgm:prSet custT="1"/>
      <dgm:spPr/>
      <dgm:t>
        <a:bodyPr/>
        <a:lstStyle/>
        <a:p>
          <a:r>
            <a:rPr lang="ru-RU" sz="2000" dirty="0" err="1"/>
            <a:t>Самооцен</a:t>
          </a:r>
          <a:br>
            <a:rPr lang="ru-RU" sz="2000" dirty="0"/>
          </a:br>
          <a:r>
            <a:rPr lang="ru-RU" sz="2000" dirty="0"/>
            <a:t>ка</a:t>
          </a:r>
        </a:p>
      </dgm:t>
    </dgm:pt>
    <dgm:pt modelId="{9B599BCD-3B04-45D5-9458-2F8B61E9E335}" type="parTrans" cxnId="{786C2099-84AF-4123-B80D-A240940C79BF}">
      <dgm:prSet/>
      <dgm:spPr/>
      <dgm:t>
        <a:bodyPr/>
        <a:lstStyle/>
        <a:p>
          <a:endParaRPr lang="ru-RU"/>
        </a:p>
      </dgm:t>
    </dgm:pt>
    <dgm:pt modelId="{EBB24D3A-1538-4F22-AEBE-38A31A5F1649}" type="sibTrans" cxnId="{786C2099-84AF-4123-B80D-A240940C79BF}">
      <dgm:prSet/>
      <dgm:spPr/>
      <dgm:t>
        <a:bodyPr/>
        <a:lstStyle/>
        <a:p>
          <a:endParaRPr lang="ru-RU"/>
        </a:p>
      </dgm:t>
    </dgm:pt>
    <dgm:pt modelId="{64F83164-F535-479A-8E17-6E9C170B6A52}">
      <dgm:prSet custT="1"/>
      <dgm:spPr/>
      <dgm:t>
        <a:bodyPr/>
        <a:lstStyle/>
        <a:p>
          <a:r>
            <a:rPr lang="ru-RU" sz="2000" dirty="0"/>
            <a:t>Границы</a:t>
          </a:r>
        </a:p>
      </dgm:t>
    </dgm:pt>
    <dgm:pt modelId="{EAD1FA8A-8D35-4049-855C-AB16AB508124}" type="parTrans" cxnId="{CB36854E-AE10-4F74-AC52-51A277B02D9C}">
      <dgm:prSet/>
      <dgm:spPr/>
      <dgm:t>
        <a:bodyPr/>
        <a:lstStyle/>
        <a:p>
          <a:endParaRPr lang="ru-RU"/>
        </a:p>
      </dgm:t>
    </dgm:pt>
    <dgm:pt modelId="{36DF4BDE-AE95-4C25-8E11-DDFCFB83E731}" type="sibTrans" cxnId="{CB36854E-AE10-4F74-AC52-51A277B02D9C}">
      <dgm:prSet/>
      <dgm:spPr/>
      <dgm:t>
        <a:bodyPr/>
        <a:lstStyle/>
        <a:p>
          <a:endParaRPr lang="ru-RU"/>
        </a:p>
      </dgm:t>
    </dgm:pt>
    <dgm:pt modelId="{2EECDB37-7A13-44B2-B8D2-57A0A383216A}" type="pres">
      <dgm:prSet presAssocID="{A532B7CF-4B11-47B4-9538-AFC6D08F99BE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6F4FCBC-2C66-4F58-8728-15453B3F0631}" type="pres">
      <dgm:prSet presAssocID="{E941EE1B-8039-4C73-B5C9-BA887DE41D63}" presName="centerShape" presStyleLbl="node0" presStyleIdx="0" presStyleCnt="1"/>
      <dgm:spPr/>
    </dgm:pt>
    <dgm:pt modelId="{D5151CBC-FD30-4F85-8439-EE9B3E9ACA27}" type="pres">
      <dgm:prSet presAssocID="{96346EDD-50AC-4256-8C33-265BCDC5F894}" presName="node" presStyleLbl="node1" presStyleIdx="0" presStyleCnt="11">
        <dgm:presLayoutVars>
          <dgm:bulletEnabled val="1"/>
        </dgm:presLayoutVars>
      </dgm:prSet>
      <dgm:spPr/>
    </dgm:pt>
    <dgm:pt modelId="{2A10C398-67E6-488F-9EEC-DDCFACCBDC43}" type="pres">
      <dgm:prSet presAssocID="{96346EDD-50AC-4256-8C33-265BCDC5F894}" presName="dummy" presStyleCnt="0"/>
      <dgm:spPr/>
    </dgm:pt>
    <dgm:pt modelId="{4625E27D-1742-443F-AA6F-A8BB0B47DC29}" type="pres">
      <dgm:prSet presAssocID="{7732123B-AECB-4964-93DA-FF5F660EA750}" presName="sibTrans" presStyleLbl="sibTrans2D1" presStyleIdx="0" presStyleCnt="11"/>
      <dgm:spPr/>
    </dgm:pt>
    <dgm:pt modelId="{70B3CC30-B32F-4351-8514-A9D09D29B89B}" type="pres">
      <dgm:prSet presAssocID="{7BF058A2-4FEB-4972-99C3-EEC57550B2D6}" presName="node" presStyleLbl="node1" presStyleIdx="1" presStyleCnt="11">
        <dgm:presLayoutVars>
          <dgm:bulletEnabled val="1"/>
        </dgm:presLayoutVars>
      </dgm:prSet>
      <dgm:spPr/>
    </dgm:pt>
    <dgm:pt modelId="{D898DA0F-E6B9-48B9-A6D6-F8E82EA815FB}" type="pres">
      <dgm:prSet presAssocID="{7BF058A2-4FEB-4972-99C3-EEC57550B2D6}" presName="dummy" presStyleCnt="0"/>
      <dgm:spPr/>
    </dgm:pt>
    <dgm:pt modelId="{9971ABCD-18EB-4EAF-8390-418100EC8202}" type="pres">
      <dgm:prSet presAssocID="{A7AFA4E3-8262-4C83-879C-2695F39FACB6}" presName="sibTrans" presStyleLbl="sibTrans2D1" presStyleIdx="1" presStyleCnt="11"/>
      <dgm:spPr/>
    </dgm:pt>
    <dgm:pt modelId="{296B6985-F7BC-462F-94F1-638AFB2676AF}" type="pres">
      <dgm:prSet presAssocID="{FF64804D-3737-4BFE-8165-CF7EB61D94DF}" presName="node" presStyleLbl="node1" presStyleIdx="2" presStyleCnt="11">
        <dgm:presLayoutVars>
          <dgm:bulletEnabled val="1"/>
        </dgm:presLayoutVars>
      </dgm:prSet>
      <dgm:spPr/>
    </dgm:pt>
    <dgm:pt modelId="{59739925-2CD1-4871-A649-A7E5E6380E9B}" type="pres">
      <dgm:prSet presAssocID="{FF64804D-3737-4BFE-8165-CF7EB61D94DF}" presName="dummy" presStyleCnt="0"/>
      <dgm:spPr/>
    </dgm:pt>
    <dgm:pt modelId="{CB010CD0-C05E-40C5-9287-C3B16168DB55}" type="pres">
      <dgm:prSet presAssocID="{F06C7343-4465-42DA-BEF9-994D4FB9A969}" presName="sibTrans" presStyleLbl="sibTrans2D1" presStyleIdx="2" presStyleCnt="11"/>
      <dgm:spPr/>
    </dgm:pt>
    <dgm:pt modelId="{C84D8A60-236F-49E6-B3C9-B5094316C105}" type="pres">
      <dgm:prSet presAssocID="{B124F3CD-C773-4784-8840-B093E982861E}" presName="node" presStyleLbl="node1" presStyleIdx="3" presStyleCnt="11">
        <dgm:presLayoutVars>
          <dgm:bulletEnabled val="1"/>
        </dgm:presLayoutVars>
      </dgm:prSet>
      <dgm:spPr/>
    </dgm:pt>
    <dgm:pt modelId="{43944456-B965-451F-B56F-2A13313BB83B}" type="pres">
      <dgm:prSet presAssocID="{B124F3CD-C773-4784-8840-B093E982861E}" presName="dummy" presStyleCnt="0"/>
      <dgm:spPr/>
    </dgm:pt>
    <dgm:pt modelId="{954FBE73-92AE-4A61-AAD1-7B3CB10D314C}" type="pres">
      <dgm:prSet presAssocID="{72AB42A6-B31D-4742-BC19-99232B38B352}" presName="sibTrans" presStyleLbl="sibTrans2D1" presStyleIdx="3" presStyleCnt="11"/>
      <dgm:spPr/>
    </dgm:pt>
    <dgm:pt modelId="{BEBB5ACF-CB8E-4B61-A91D-591630B343CC}" type="pres">
      <dgm:prSet presAssocID="{7A6BE68D-3181-4301-A6D0-8A14010DECA7}" presName="node" presStyleLbl="node1" presStyleIdx="4" presStyleCnt="11">
        <dgm:presLayoutVars>
          <dgm:bulletEnabled val="1"/>
        </dgm:presLayoutVars>
      </dgm:prSet>
      <dgm:spPr/>
    </dgm:pt>
    <dgm:pt modelId="{7EDC5E14-DBC8-43AB-BFF8-E9BABFBDEA52}" type="pres">
      <dgm:prSet presAssocID="{7A6BE68D-3181-4301-A6D0-8A14010DECA7}" presName="dummy" presStyleCnt="0"/>
      <dgm:spPr/>
    </dgm:pt>
    <dgm:pt modelId="{DFECAFAD-507D-45FB-9DB3-953FD4D5069B}" type="pres">
      <dgm:prSet presAssocID="{2765F1CD-FFBE-49C1-8E0B-4903C4CBECBE}" presName="sibTrans" presStyleLbl="sibTrans2D1" presStyleIdx="4" presStyleCnt="11"/>
      <dgm:spPr/>
    </dgm:pt>
    <dgm:pt modelId="{F2732F7A-1651-4DAF-8B14-109307C3C310}" type="pres">
      <dgm:prSet presAssocID="{2832A83F-7CDB-49BF-8034-0ADF1833A9B0}" presName="node" presStyleLbl="node1" presStyleIdx="5" presStyleCnt="11">
        <dgm:presLayoutVars>
          <dgm:bulletEnabled val="1"/>
        </dgm:presLayoutVars>
      </dgm:prSet>
      <dgm:spPr/>
    </dgm:pt>
    <dgm:pt modelId="{F257C93E-7C1C-46DA-8E87-9A810700D62A}" type="pres">
      <dgm:prSet presAssocID="{2832A83F-7CDB-49BF-8034-0ADF1833A9B0}" presName="dummy" presStyleCnt="0"/>
      <dgm:spPr/>
    </dgm:pt>
    <dgm:pt modelId="{8224A7C2-E2F6-48B8-A147-B6607DD217B9}" type="pres">
      <dgm:prSet presAssocID="{7E34C6E2-FAC7-4DE9-8D0A-E961546DD211}" presName="sibTrans" presStyleLbl="sibTrans2D1" presStyleIdx="5" presStyleCnt="11"/>
      <dgm:spPr/>
    </dgm:pt>
    <dgm:pt modelId="{D3E24C1F-5087-4A55-95D1-3F1A4ADFBE4F}" type="pres">
      <dgm:prSet presAssocID="{44F71BCE-DB26-48BB-8AFB-37DBE3953CA2}" presName="node" presStyleLbl="node1" presStyleIdx="6" presStyleCnt="11" custRadScaleRad="92369" custRadScaleInc="6082">
        <dgm:presLayoutVars>
          <dgm:bulletEnabled val="1"/>
        </dgm:presLayoutVars>
      </dgm:prSet>
      <dgm:spPr/>
    </dgm:pt>
    <dgm:pt modelId="{0FD80590-06F5-4A44-82D3-8E30D1609C0B}" type="pres">
      <dgm:prSet presAssocID="{44F71BCE-DB26-48BB-8AFB-37DBE3953CA2}" presName="dummy" presStyleCnt="0"/>
      <dgm:spPr/>
    </dgm:pt>
    <dgm:pt modelId="{7B03EBFE-B0BD-459C-A44A-0AA2CE83C262}" type="pres">
      <dgm:prSet presAssocID="{6A29B76D-A485-444D-A860-96AE270BE0E0}" presName="sibTrans" presStyleLbl="sibTrans2D1" presStyleIdx="6" presStyleCnt="11" custLinFactNeighborX="1185" custLinFactNeighborY="1766"/>
      <dgm:spPr/>
    </dgm:pt>
    <dgm:pt modelId="{E179FE5B-D61A-4D93-B8DC-A8F68D00C768}" type="pres">
      <dgm:prSet presAssocID="{D0A3D489-ED8F-4EE4-913B-A387B19791B5}" presName="node" presStyleLbl="node1" presStyleIdx="7" presStyleCnt="11">
        <dgm:presLayoutVars>
          <dgm:bulletEnabled val="1"/>
        </dgm:presLayoutVars>
      </dgm:prSet>
      <dgm:spPr/>
    </dgm:pt>
    <dgm:pt modelId="{C13EAA41-80ED-45B3-9319-4F5513BC908D}" type="pres">
      <dgm:prSet presAssocID="{D0A3D489-ED8F-4EE4-913B-A387B19791B5}" presName="dummy" presStyleCnt="0"/>
      <dgm:spPr/>
    </dgm:pt>
    <dgm:pt modelId="{89E1AA3C-ACE0-4511-80BE-704B73778175}" type="pres">
      <dgm:prSet presAssocID="{414C2C5A-A01A-4479-9E8C-1F8A8D4FBDA2}" presName="sibTrans" presStyleLbl="sibTrans2D1" presStyleIdx="7" presStyleCnt="11"/>
      <dgm:spPr/>
    </dgm:pt>
    <dgm:pt modelId="{07E713BD-0DE3-4F25-9F84-E9424B47CC9E}" type="pres">
      <dgm:prSet presAssocID="{8A11C999-98DC-4CBF-848A-330C6AB4E95D}" presName="node" presStyleLbl="node1" presStyleIdx="8" presStyleCnt="11">
        <dgm:presLayoutVars>
          <dgm:bulletEnabled val="1"/>
        </dgm:presLayoutVars>
      </dgm:prSet>
      <dgm:spPr/>
    </dgm:pt>
    <dgm:pt modelId="{349A2AB5-82AD-4D8F-856D-EFF12C2D5A09}" type="pres">
      <dgm:prSet presAssocID="{8A11C999-98DC-4CBF-848A-330C6AB4E95D}" presName="dummy" presStyleCnt="0"/>
      <dgm:spPr/>
    </dgm:pt>
    <dgm:pt modelId="{1716E5A1-29CD-4432-B98B-C42143E4D471}" type="pres">
      <dgm:prSet presAssocID="{EBB24D3A-1538-4F22-AEBE-38A31A5F1649}" presName="sibTrans" presStyleLbl="sibTrans2D1" presStyleIdx="8" presStyleCnt="11"/>
      <dgm:spPr/>
    </dgm:pt>
    <dgm:pt modelId="{27121678-9085-4D09-B40D-B22DB432FAD8}" type="pres">
      <dgm:prSet presAssocID="{64F83164-F535-479A-8E17-6E9C170B6A52}" presName="node" presStyleLbl="node1" presStyleIdx="9" presStyleCnt="11">
        <dgm:presLayoutVars>
          <dgm:bulletEnabled val="1"/>
        </dgm:presLayoutVars>
      </dgm:prSet>
      <dgm:spPr/>
    </dgm:pt>
    <dgm:pt modelId="{C91A24E0-32F1-4DAF-9588-C73FBF8560F6}" type="pres">
      <dgm:prSet presAssocID="{64F83164-F535-479A-8E17-6E9C170B6A52}" presName="dummy" presStyleCnt="0"/>
      <dgm:spPr/>
    </dgm:pt>
    <dgm:pt modelId="{33FF1E14-1ACA-4D24-AF53-86CD159AA2F7}" type="pres">
      <dgm:prSet presAssocID="{36DF4BDE-AE95-4C25-8E11-DDFCFB83E731}" presName="sibTrans" presStyleLbl="sibTrans2D1" presStyleIdx="9" presStyleCnt="11"/>
      <dgm:spPr/>
    </dgm:pt>
    <dgm:pt modelId="{4D787238-49EC-414E-ABC0-26456E3BA423}" type="pres">
      <dgm:prSet presAssocID="{DD7BE339-51F8-4AF6-BEF3-70A7DA70C13F}" presName="node" presStyleLbl="node1" presStyleIdx="10" presStyleCnt="11" custScaleX="104850" custScaleY="95648" custRadScaleRad="100479" custRadScaleInc="-393">
        <dgm:presLayoutVars>
          <dgm:bulletEnabled val="1"/>
        </dgm:presLayoutVars>
      </dgm:prSet>
      <dgm:spPr/>
    </dgm:pt>
    <dgm:pt modelId="{C4AE7235-718D-4A20-BCF2-B4026B43BBB6}" type="pres">
      <dgm:prSet presAssocID="{DD7BE339-51F8-4AF6-BEF3-70A7DA70C13F}" presName="dummy" presStyleCnt="0"/>
      <dgm:spPr/>
    </dgm:pt>
    <dgm:pt modelId="{67F5BD18-A138-495D-B3B6-4CB0493CD4BD}" type="pres">
      <dgm:prSet presAssocID="{90AE621F-6726-4764-86C6-D9C829BF6A4E}" presName="sibTrans" presStyleLbl="sibTrans2D1" presStyleIdx="10" presStyleCnt="11"/>
      <dgm:spPr/>
    </dgm:pt>
  </dgm:ptLst>
  <dgm:cxnLst>
    <dgm:cxn modelId="{460B0008-26DB-435A-8D99-645E5E2C5377}" srcId="{E941EE1B-8039-4C73-B5C9-BA887DE41D63}" destId="{DD7BE339-51F8-4AF6-BEF3-70A7DA70C13F}" srcOrd="10" destOrd="0" parTransId="{91DFC7C9-155B-4611-B25F-961B7B2F71E3}" sibTransId="{90AE621F-6726-4764-86C6-D9C829BF6A4E}"/>
    <dgm:cxn modelId="{3FE9940D-DA17-4B01-B8A0-72BCD0B7829C}" type="presOf" srcId="{7E34C6E2-FAC7-4DE9-8D0A-E961546DD211}" destId="{8224A7C2-E2F6-48B8-A147-B6607DD217B9}" srcOrd="0" destOrd="0" presId="urn:microsoft.com/office/officeart/2005/8/layout/radial6"/>
    <dgm:cxn modelId="{E591D812-1ABD-4796-98C6-05FD47A136A3}" type="presOf" srcId="{2765F1CD-FFBE-49C1-8E0B-4903C4CBECBE}" destId="{DFECAFAD-507D-45FB-9DB3-953FD4D5069B}" srcOrd="0" destOrd="0" presId="urn:microsoft.com/office/officeart/2005/8/layout/radial6"/>
    <dgm:cxn modelId="{17F43C19-86F0-4F63-93D4-6D606D95FF2C}" srcId="{E941EE1B-8039-4C73-B5C9-BA887DE41D63}" destId="{2832A83F-7CDB-49BF-8034-0ADF1833A9B0}" srcOrd="5" destOrd="0" parTransId="{67DE6726-C213-4C9B-B0EC-05FEC05DCCA4}" sibTransId="{7E34C6E2-FAC7-4DE9-8D0A-E961546DD211}"/>
    <dgm:cxn modelId="{FA3B4921-2BB1-4EF5-9804-E12195603736}" type="presOf" srcId="{FF64804D-3737-4BFE-8165-CF7EB61D94DF}" destId="{296B6985-F7BC-462F-94F1-638AFB2676AF}" srcOrd="0" destOrd="0" presId="urn:microsoft.com/office/officeart/2005/8/layout/radial6"/>
    <dgm:cxn modelId="{4F153C23-7786-478D-9F3B-38432666A0F7}" type="presOf" srcId="{A532B7CF-4B11-47B4-9538-AFC6D08F99BE}" destId="{2EECDB37-7A13-44B2-B8D2-57A0A383216A}" srcOrd="0" destOrd="0" presId="urn:microsoft.com/office/officeart/2005/8/layout/radial6"/>
    <dgm:cxn modelId="{0E261924-C82E-4D9B-8153-B2EE9F2BA99C}" srcId="{E941EE1B-8039-4C73-B5C9-BA887DE41D63}" destId="{FF64804D-3737-4BFE-8165-CF7EB61D94DF}" srcOrd="2" destOrd="0" parTransId="{074C2DA8-8804-4238-9F27-8EB2BA04AD78}" sibTransId="{F06C7343-4465-42DA-BEF9-994D4FB9A969}"/>
    <dgm:cxn modelId="{28464728-288D-411C-A90D-05908328D15C}" type="presOf" srcId="{96346EDD-50AC-4256-8C33-265BCDC5F894}" destId="{D5151CBC-FD30-4F85-8439-EE9B3E9ACA27}" srcOrd="0" destOrd="0" presId="urn:microsoft.com/office/officeart/2005/8/layout/radial6"/>
    <dgm:cxn modelId="{1261143D-CE29-468A-B5F9-9C498F38D72A}" srcId="{E941EE1B-8039-4C73-B5C9-BA887DE41D63}" destId="{7A6BE68D-3181-4301-A6D0-8A14010DECA7}" srcOrd="4" destOrd="0" parTransId="{974AB35B-72B1-41F2-BB9C-C818EFABEA0F}" sibTransId="{2765F1CD-FFBE-49C1-8E0B-4903C4CBECBE}"/>
    <dgm:cxn modelId="{AEE0255D-F7AA-419B-AB88-0E5ACCB2C903}" type="presOf" srcId="{72AB42A6-B31D-4742-BC19-99232B38B352}" destId="{954FBE73-92AE-4A61-AAD1-7B3CB10D314C}" srcOrd="0" destOrd="0" presId="urn:microsoft.com/office/officeart/2005/8/layout/radial6"/>
    <dgm:cxn modelId="{7BB59A5D-2563-405C-BA30-8813A0E215C5}" type="presOf" srcId="{7732123B-AECB-4964-93DA-FF5F660EA750}" destId="{4625E27D-1742-443F-AA6F-A8BB0B47DC29}" srcOrd="0" destOrd="0" presId="urn:microsoft.com/office/officeart/2005/8/layout/radial6"/>
    <dgm:cxn modelId="{CAAB2D64-B3AA-421B-A0B9-53AE7B67DD23}" type="presOf" srcId="{64F83164-F535-479A-8E17-6E9C170B6A52}" destId="{27121678-9085-4D09-B40D-B22DB432FAD8}" srcOrd="0" destOrd="0" presId="urn:microsoft.com/office/officeart/2005/8/layout/radial6"/>
    <dgm:cxn modelId="{91089B44-E75E-463F-B057-01330BE5EAD7}" type="presOf" srcId="{D0A3D489-ED8F-4EE4-913B-A387B19791B5}" destId="{E179FE5B-D61A-4D93-B8DC-A8F68D00C768}" srcOrd="0" destOrd="0" presId="urn:microsoft.com/office/officeart/2005/8/layout/radial6"/>
    <dgm:cxn modelId="{1697BC45-2FB2-48E5-B3BF-36F1FD3E5FE8}" type="presOf" srcId="{414C2C5A-A01A-4479-9E8C-1F8A8D4FBDA2}" destId="{89E1AA3C-ACE0-4511-80BE-704B73778175}" srcOrd="0" destOrd="0" presId="urn:microsoft.com/office/officeart/2005/8/layout/radial6"/>
    <dgm:cxn modelId="{5CE0974A-E5E9-4D77-A121-A27C84F78E42}" type="presOf" srcId="{8A11C999-98DC-4CBF-848A-330C6AB4E95D}" destId="{07E713BD-0DE3-4F25-9F84-E9424B47CC9E}" srcOrd="0" destOrd="0" presId="urn:microsoft.com/office/officeart/2005/8/layout/radial6"/>
    <dgm:cxn modelId="{5276A24D-D00A-4980-8708-1F2C548C590A}" type="presOf" srcId="{6A29B76D-A485-444D-A860-96AE270BE0E0}" destId="{7B03EBFE-B0BD-459C-A44A-0AA2CE83C262}" srcOrd="0" destOrd="0" presId="urn:microsoft.com/office/officeart/2005/8/layout/radial6"/>
    <dgm:cxn modelId="{CB36854E-AE10-4F74-AC52-51A277B02D9C}" srcId="{E941EE1B-8039-4C73-B5C9-BA887DE41D63}" destId="{64F83164-F535-479A-8E17-6E9C170B6A52}" srcOrd="9" destOrd="0" parTransId="{EAD1FA8A-8D35-4049-855C-AB16AB508124}" sibTransId="{36DF4BDE-AE95-4C25-8E11-DDFCFB83E731}"/>
    <dgm:cxn modelId="{A215BE6F-0B4D-41AA-86D0-4FB79E671320}" srcId="{E941EE1B-8039-4C73-B5C9-BA887DE41D63}" destId="{D0A3D489-ED8F-4EE4-913B-A387B19791B5}" srcOrd="7" destOrd="0" parTransId="{C3C6243B-5847-4567-99B6-A1AB2F693A1C}" sibTransId="{414C2C5A-A01A-4479-9E8C-1F8A8D4FBDA2}"/>
    <dgm:cxn modelId="{1BF29B56-DAA8-46CA-8217-7AD4C7461BFB}" type="presOf" srcId="{90AE621F-6726-4764-86C6-D9C829BF6A4E}" destId="{67F5BD18-A138-495D-B3B6-4CB0493CD4BD}" srcOrd="0" destOrd="0" presId="urn:microsoft.com/office/officeart/2005/8/layout/radial6"/>
    <dgm:cxn modelId="{D70DE07E-0883-4E00-97AD-0C561F8F47C2}" type="presOf" srcId="{F06C7343-4465-42DA-BEF9-994D4FB9A969}" destId="{CB010CD0-C05E-40C5-9287-C3B16168DB55}" srcOrd="0" destOrd="0" presId="urn:microsoft.com/office/officeart/2005/8/layout/radial6"/>
    <dgm:cxn modelId="{EE881688-B2E0-46EB-B5E4-AA63D9661785}" type="presOf" srcId="{7A6BE68D-3181-4301-A6D0-8A14010DECA7}" destId="{BEBB5ACF-CB8E-4B61-A91D-591630B343CC}" srcOrd="0" destOrd="0" presId="urn:microsoft.com/office/officeart/2005/8/layout/radial6"/>
    <dgm:cxn modelId="{B983DD8B-6C88-4FF8-B4D6-BCE1FC4ADE1E}" type="presOf" srcId="{44F71BCE-DB26-48BB-8AFB-37DBE3953CA2}" destId="{D3E24C1F-5087-4A55-95D1-3F1A4ADFBE4F}" srcOrd="0" destOrd="0" presId="urn:microsoft.com/office/officeart/2005/8/layout/radial6"/>
    <dgm:cxn modelId="{E8B0BB96-1309-4DE5-9A2F-BB6BE5D73BAE}" srcId="{A532B7CF-4B11-47B4-9538-AFC6D08F99BE}" destId="{E941EE1B-8039-4C73-B5C9-BA887DE41D63}" srcOrd="0" destOrd="0" parTransId="{404FBF34-B988-4367-A021-4774F965614D}" sibTransId="{3827EB85-7BE3-40A8-8EC2-0E8E149345C8}"/>
    <dgm:cxn modelId="{786C2099-84AF-4123-B80D-A240940C79BF}" srcId="{E941EE1B-8039-4C73-B5C9-BA887DE41D63}" destId="{8A11C999-98DC-4CBF-848A-330C6AB4E95D}" srcOrd="8" destOrd="0" parTransId="{9B599BCD-3B04-45D5-9458-2F8B61E9E335}" sibTransId="{EBB24D3A-1538-4F22-AEBE-38A31A5F1649}"/>
    <dgm:cxn modelId="{25BB6A9D-4572-45C5-BF6E-C781DBBC285D}" type="presOf" srcId="{36DF4BDE-AE95-4C25-8E11-DDFCFB83E731}" destId="{33FF1E14-1ACA-4D24-AF53-86CD159AA2F7}" srcOrd="0" destOrd="0" presId="urn:microsoft.com/office/officeart/2005/8/layout/radial6"/>
    <dgm:cxn modelId="{329C5FA1-3B97-4D7F-B5CC-73CEE48188E6}" type="presOf" srcId="{2832A83F-7CDB-49BF-8034-0ADF1833A9B0}" destId="{F2732F7A-1651-4DAF-8B14-109307C3C310}" srcOrd="0" destOrd="0" presId="urn:microsoft.com/office/officeart/2005/8/layout/radial6"/>
    <dgm:cxn modelId="{E396F4A7-A130-43F7-9436-DA398D760AEB}" type="presOf" srcId="{7BF058A2-4FEB-4972-99C3-EEC57550B2D6}" destId="{70B3CC30-B32F-4351-8514-A9D09D29B89B}" srcOrd="0" destOrd="0" presId="urn:microsoft.com/office/officeart/2005/8/layout/radial6"/>
    <dgm:cxn modelId="{F79CE9AE-630E-47D8-A89F-82C7D354134E}" type="presOf" srcId="{A7AFA4E3-8262-4C83-879C-2695F39FACB6}" destId="{9971ABCD-18EB-4EAF-8390-418100EC8202}" srcOrd="0" destOrd="0" presId="urn:microsoft.com/office/officeart/2005/8/layout/radial6"/>
    <dgm:cxn modelId="{12237ABF-F4D6-4D3C-AC83-CBA4574434D1}" srcId="{E941EE1B-8039-4C73-B5C9-BA887DE41D63}" destId="{44F71BCE-DB26-48BB-8AFB-37DBE3953CA2}" srcOrd="6" destOrd="0" parTransId="{16CCF38D-C6AA-4783-B097-8FE66C0186E9}" sibTransId="{6A29B76D-A485-444D-A860-96AE270BE0E0}"/>
    <dgm:cxn modelId="{459E38C0-BDC2-4979-A707-15C616FEDC35}" type="presOf" srcId="{DD7BE339-51F8-4AF6-BEF3-70A7DA70C13F}" destId="{4D787238-49EC-414E-ABC0-26456E3BA423}" srcOrd="0" destOrd="0" presId="urn:microsoft.com/office/officeart/2005/8/layout/radial6"/>
    <dgm:cxn modelId="{28E0C9D1-DC38-4D12-B4A4-730BB491FC39}" type="presOf" srcId="{B124F3CD-C773-4784-8840-B093E982861E}" destId="{C84D8A60-236F-49E6-B3C9-B5094316C105}" srcOrd="0" destOrd="0" presId="urn:microsoft.com/office/officeart/2005/8/layout/radial6"/>
    <dgm:cxn modelId="{FD02C5D3-5BC9-4CA5-8795-0252EB88464C}" srcId="{E941EE1B-8039-4C73-B5C9-BA887DE41D63}" destId="{7BF058A2-4FEB-4972-99C3-EEC57550B2D6}" srcOrd="1" destOrd="0" parTransId="{BD55B2C8-E011-43D1-88CD-5B9D6B9129AF}" sibTransId="{A7AFA4E3-8262-4C83-879C-2695F39FACB6}"/>
    <dgm:cxn modelId="{8FED0ED5-7D8F-43F9-A36F-E07935139C56}" type="presOf" srcId="{E941EE1B-8039-4C73-B5C9-BA887DE41D63}" destId="{86F4FCBC-2C66-4F58-8728-15453B3F0631}" srcOrd="0" destOrd="0" presId="urn:microsoft.com/office/officeart/2005/8/layout/radial6"/>
    <dgm:cxn modelId="{844B9CD9-4261-44D6-9456-76A1E63A895E}" type="presOf" srcId="{EBB24D3A-1538-4F22-AEBE-38A31A5F1649}" destId="{1716E5A1-29CD-4432-B98B-C42143E4D471}" srcOrd="0" destOrd="0" presId="urn:microsoft.com/office/officeart/2005/8/layout/radial6"/>
    <dgm:cxn modelId="{C60749E7-0675-4559-92F4-381E0A916486}" srcId="{E941EE1B-8039-4C73-B5C9-BA887DE41D63}" destId="{B124F3CD-C773-4784-8840-B093E982861E}" srcOrd="3" destOrd="0" parTransId="{15CFF00F-A5C1-4755-B7BC-9AECCD38B9B8}" sibTransId="{72AB42A6-B31D-4742-BC19-99232B38B352}"/>
    <dgm:cxn modelId="{660C03FB-8784-4E81-BE7A-2B59D87099B9}" srcId="{E941EE1B-8039-4C73-B5C9-BA887DE41D63}" destId="{96346EDD-50AC-4256-8C33-265BCDC5F894}" srcOrd="0" destOrd="0" parTransId="{9D296F30-FB43-4BB5-9A89-6E39C8B529BF}" sibTransId="{7732123B-AECB-4964-93DA-FF5F660EA750}"/>
    <dgm:cxn modelId="{E0B27911-645D-4065-B5E2-1D315877D831}" type="presParOf" srcId="{2EECDB37-7A13-44B2-B8D2-57A0A383216A}" destId="{86F4FCBC-2C66-4F58-8728-15453B3F0631}" srcOrd="0" destOrd="0" presId="urn:microsoft.com/office/officeart/2005/8/layout/radial6"/>
    <dgm:cxn modelId="{5DA0F842-FA28-435B-8793-FF7138D415A2}" type="presParOf" srcId="{2EECDB37-7A13-44B2-B8D2-57A0A383216A}" destId="{D5151CBC-FD30-4F85-8439-EE9B3E9ACA27}" srcOrd="1" destOrd="0" presId="urn:microsoft.com/office/officeart/2005/8/layout/radial6"/>
    <dgm:cxn modelId="{BB3AA69C-CC81-4CC6-B4C8-54C9629A14E7}" type="presParOf" srcId="{2EECDB37-7A13-44B2-B8D2-57A0A383216A}" destId="{2A10C398-67E6-488F-9EEC-DDCFACCBDC43}" srcOrd="2" destOrd="0" presId="urn:microsoft.com/office/officeart/2005/8/layout/radial6"/>
    <dgm:cxn modelId="{E202D8DA-7DE2-4816-85BF-2361072CDD6C}" type="presParOf" srcId="{2EECDB37-7A13-44B2-B8D2-57A0A383216A}" destId="{4625E27D-1742-443F-AA6F-A8BB0B47DC29}" srcOrd="3" destOrd="0" presId="urn:microsoft.com/office/officeart/2005/8/layout/radial6"/>
    <dgm:cxn modelId="{B13A9711-AAC3-4773-9762-835F15400191}" type="presParOf" srcId="{2EECDB37-7A13-44B2-B8D2-57A0A383216A}" destId="{70B3CC30-B32F-4351-8514-A9D09D29B89B}" srcOrd="4" destOrd="0" presId="urn:microsoft.com/office/officeart/2005/8/layout/radial6"/>
    <dgm:cxn modelId="{CEBBE56B-C67C-451A-B08E-2A6FD6763015}" type="presParOf" srcId="{2EECDB37-7A13-44B2-B8D2-57A0A383216A}" destId="{D898DA0F-E6B9-48B9-A6D6-F8E82EA815FB}" srcOrd="5" destOrd="0" presId="urn:microsoft.com/office/officeart/2005/8/layout/radial6"/>
    <dgm:cxn modelId="{153BF0B4-89B6-400E-848E-DEF853CB5528}" type="presParOf" srcId="{2EECDB37-7A13-44B2-B8D2-57A0A383216A}" destId="{9971ABCD-18EB-4EAF-8390-418100EC8202}" srcOrd="6" destOrd="0" presId="urn:microsoft.com/office/officeart/2005/8/layout/radial6"/>
    <dgm:cxn modelId="{FA7CEA1C-A263-409B-976A-4BD970BF6A6C}" type="presParOf" srcId="{2EECDB37-7A13-44B2-B8D2-57A0A383216A}" destId="{296B6985-F7BC-462F-94F1-638AFB2676AF}" srcOrd="7" destOrd="0" presId="urn:microsoft.com/office/officeart/2005/8/layout/radial6"/>
    <dgm:cxn modelId="{FF030987-4003-47D6-9EFC-C5B645A74DB8}" type="presParOf" srcId="{2EECDB37-7A13-44B2-B8D2-57A0A383216A}" destId="{59739925-2CD1-4871-A649-A7E5E6380E9B}" srcOrd="8" destOrd="0" presId="urn:microsoft.com/office/officeart/2005/8/layout/radial6"/>
    <dgm:cxn modelId="{1E01A181-14D6-47F4-AE13-9731BDFD5629}" type="presParOf" srcId="{2EECDB37-7A13-44B2-B8D2-57A0A383216A}" destId="{CB010CD0-C05E-40C5-9287-C3B16168DB55}" srcOrd="9" destOrd="0" presId="urn:microsoft.com/office/officeart/2005/8/layout/radial6"/>
    <dgm:cxn modelId="{3DD367C8-261B-4842-9218-89A16217AF95}" type="presParOf" srcId="{2EECDB37-7A13-44B2-B8D2-57A0A383216A}" destId="{C84D8A60-236F-49E6-B3C9-B5094316C105}" srcOrd="10" destOrd="0" presId="urn:microsoft.com/office/officeart/2005/8/layout/radial6"/>
    <dgm:cxn modelId="{C76FA84B-237A-4149-8C70-30A00F2B366E}" type="presParOf" srcId="{2EECDB37-7A13-44B2-B8D2-57A0A383216A}" destId="{43944456-B965-451F-B56F-2A13313BB83B}" srcOrd="11" destOrd="0" presId="urn:microsoft.com/office/officeart/2005/8/layout/radial6"/>
    <dgm:cxn modelId="{0834CB4B-C53D-49E4-BAB8-EB8FF5A2B43D}" type="presParOf" srcId="{2EECDB37-7A13-44B2-B8D2-57A0A383216A}" destId="{954FBE73-92AE-4A61-AAD1-7B3CB10D314C}" srcOrd="12" destOrd="0" presId="urn:microsoft.com/office/officeart/2005/8/layout/radial6"/>
    <dgm:cxn modelId="{3FF291BC-EDC5-4137-89D2-34F702756653}" type="presParOf" srcId="{2EECDB37-7A13-44B2-B8D2-57A0A383216A}" destId="{BEBB5ACF-CB8E-4B61-A91D-591630B343CC}" srcOrd="13" destOrd="0" presId="urn:microsoft.com/office/officeart/2005/8/layout/radial6"/>
    <dgm:cxn modelId="{B07B014D-BAA4-47A5-8A63-EA6D9CE9CA43}" type="presParOf" srcId="{2EECDB37-7A13-44B2-B8D2-57A0A383216A}" destId="{7EDC5E14-DBC8-43AB-BFF8-E9BABFBDEA52}" srcOrd="14" destOrd="0" presId="urn:microsoft.com/office/officeart/2005/8/layout/radial6"/>
    <dgm:cxn modelId="{D4AFCEE9-0D7F-47A2-BFBB-5E59ED58B251}" type="presParOf" srcId="{2EECDB37-7A13-44B2-B8D2-57A0A383216A}" destId="{DFECAFAD-507D-45FB-9DB3-953FD4D5069B}" srcOrd="15" destOrd="0" presId="urn:microsoft.com/office/officeart/2005/8/layout/radial6"/>
    <dgm:cxn modelId="{29820ED1-ECE2-4A8B-88ED-6C0F0FCDD5D9}" type="presParOf" srcId="{2EECDB37-7A13-44B2-B8D2-57A0A383216A}" destId="{F2732F7A-1651-4DAF-8B14-109307C3C310}" srcOrd="16" destOrd="0" presId="urn:microsoft.com/office/officeart/2005/8/layout/radial6"/>
    <dgm:cxn modelId="{31A0A7FA-6DBB-4A75-849E-D16C8B50D114}" type="presParOf" srcId="{2EECDB37-7A13-44B2-B8D2-57A0A383216A}" destId="{F257C93E-7C1C-46DA-8E87-9A810700D62A}" srcOrd="17" destOrd="0" presId="urn:microsoft.com/office/officeart/2005/8/layout/radial6"/>
    <dgm:cxn modelId="{9543F9FD-1EF3-468C-B502-9899BD9CC644}" type="presParOf" srcId="{2EECDB37-7A13-44B2-B8D2-57A0A383216A}" destId="{8224A7C2-E2F6-48B8-A147-B6607DD217B9}" srcOrd="18" destOrd="0" presId="urn:microsoft.com/office/officeart/2005/8/layout/radial6"/>
    <dgm:cxn modelId="{365CB296-7C76-4396-971D-2650BDF0ECC5}" type="presParOf" srcId="{2EECDB37-7A13-44B2-B8D2-57A0A383216A}" destId="{D3E24C1F-5087-4A55-95D1-3F1A4ADFBE4F}" srcOrd="19" destOrd="0" presId="urn:microsoft.com/office/officeart/2005/8/layout/radial6"/>
    <dgm:cxn modelId="{1C9B22FA-DC54-4C99-80A7-FAE6845CC34C}" type="presParOf" srcId="{2EECDB37-7A13-44B2-B8D2-57A0A383216A}" destId="{0FD80590-06F5-4A44-82D3-8E30D1609C0B}" srcOrd="20" destOrd="0" presId="urn:microsoft.com/office/officeart/2005/8/layout/radial6"/>
    <dgm:cxn modelId="{CB3DEB0A-FE92-47D6-8B3E-155C38AC0D0C}" type="presParOf" srcId="{2EECDB37-7A13-44B2-B8D2-57A0A383216A}" destId="{7B03EBFE-B0BD-459C-A44A-0AA2CE83C262}" srcOrd="21" destOrd="0" presId="urn:microsoft.com/office/officeart/2005/8/layout/radial6"/>
    <dgm:cxn modelId="{F392A584-4164-4484-BAEE-E46ED23C3798}" type="presParOf" srcId="{2EECDB37-7A13-44B2-B8D2-57A0A383216A}" destId="{E179FE5B-D61A-4D93-B8DC-A8F68D00C768}" srcOrd="22" destOrd="0" presId="urn:microsoft.com/office/officeart/2005/8/layout/radial6"/>
    <dgm:cxn modelId="{96E313E3-72B9-4529-9352-D5F71D4EBFCF}" type="presParOf" srcId="{2EECDB37-7A13-44B2-B8D2-57A0A383216A}" destId="{C13EAA41-80ED-45B3-9319-4F5513BC908D}" srcOrd="23" destOrd="0" presId="urn:microsoft.com/office/officeart/2005/8/layout/radial6"/>
    <dgm:cxn modelId="{C7731773-C5BA-4DD2-8519-EA56A67B041C}" type="presParOf" srcId="{2EECDB37-7A13-44B2-B8D2-57A0A383216A}" destId="{89E1AA3C-ACE0-4511-80BE-704B73778175}" srcOrd="24" destOrd="0" presId="urn:microsoft.com/office/officeart/2005/8/layout/radial6"/>
    <dgm:cxn modelId="{584BE396-1C60-4F90-A9D7-6F86C35839CC}" type="presParOf" srcId="{2EECDB37-7A13-44B2-B8D2-57A0A383216A}" destId="{07E713BD-0DE3-4F25-9F84-E9424B47CC9E}" srcOrd="25" destOrd="0" presId="urn:microsoft.com/office/officeart/2005/8/layout/radial6"/>
    <dgm:cxn modelId="{5E27D318-6529-4AA3-A555-B43F6B47D266}" type="presParOf" srcId="{2EECDB37-7A13-44B2-B8D2-57A0A383216A}" destId="{349A2AB5-82AD-4D8F-856D-EFF12C2D5A09}" srcOrd="26" destOrd="0" presId="urn:microsoft.com/office/officeart/2005/8/layout/radial6"/>
    <dgm:cxn modelId="{384E9833-BCCC-4601-BF27-BE64B4FD311D}" type="presParOf" srcId="{2EECDB37-7A13-44B2-B8D2-57A0A383216A}" destId="{1716E5A1-29CD-4432-B98B-C42143E4D471}" srcOrd="27" destOrd="0" presId="urn:microsoft.com/office/officeart/2005/8/layout/radial6"/>
    <dgm:cxn modelId="{08D8DD07-A6B2-4D15-A009-CF919FC925B6}" type="presParOf" srcId="{2EECDB37-7A13-44B2-B8D2-57A0A383216A}" destId="{27121678-9085-4D09-B40D-B22DB432FAD8}" srcOrd="28" destOrd="0" presId="urn:microsoft.com/office/officeart/2005/8/layout/radial6"/>
    <dgm:cxn modelId="{BE0562CD-15AC-4D1F-A51A-8721F2B8CEF8}" type="presParOf" srcId="{2EECDB37-7A13-44B2-B8D2-57A0A383216A}" destId="{C91A24E0-32F1-4DAF-9588-C73FBF8560F6}" srcOrd="29" destOrd="0" presId="urn:microsoft.com/office/officeart/2005/8/layout/radial6"/>
    <dgm:cxn modelId="{915671CF-EDE2-4401-9300-3C3AFFD13781}" type="presParOf" srcId="{2EECDB37-7A13-44B2-B8D2-57A0A383216A}" destId="{33FF1E14-1ACA-4D24-AF53-86CD159AA2F7}" srcOrd="30" destOrd="0" presId="urn:microsoft.com/office/officeart/2005/8/layout/radial6"/>
    <dgm:cxn modelId="{3A7DC58B-EA2F-47BF-AAD0-496D734F05F8}" type="presParOf" srcId="{2EECDB37-7A13-44B2-B8D2-57A0A383216A}" destId="{4D787238-49EC-414E-ABC0-26456E3BA423}" srcOrd="31" destOrd="0" presId="urn:microsoft.com/office/officeart/2005/8/layout/radial6"/>
    <dgm:cxn modelId="{9CED91BE-7FA4-40ED-9EE2-0CFDE34BFC11}" type="presParOf" srcId="{2EECDB37-7A13-44B2-B8D2-57A0A383216A}" destId="{C4AE7235-718D-4A20-BCF2-B4026B43BBB6}" srcOrd="32" destOrd="0" presId="urn:microsoft.com/office/officeart/2005/8/layout/radial6"/>
    <dgm:cxn modelId="{7A24FEC2-EC8D-4803-AA42-0B2CEF7B11C6}" type="presParOf" srcId="{2EECDB37-7A13-44B2-B8D2-57A0A383216A}" destId="{67F5BD18-A138-495D-B3B6-4CB0493CD4BD}" srcOrd="33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D25E85-275D-48E5-9A44-1A90A7F56B97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EA8DD56-1CF4-4FC7-8226-74A9B004CB64}">
      <dgm:prSet phldrT="[Текст]" custT="1"/>
      <dgm:spPr>
        <a:solidFill>
          <a:srgbClr val="FF0000"/>
        </a:solidFill>
      </dgm:spPr>
      <dgm:t>
        <a:bodyPr/>
        <a:lstStyle/>
        <a:p>
          <a:r>
            <a:rPr lang="ru-RU" sz="1000" b="1" dirty="0">
              <a:solidFill>
                <a:schemeClr val="tx1"/>
              </a:solidFill>
            </a:rPr>
            <a:t>Желания</a:t>
          </a:r>
        </a:p>
      </dgm:t>
    </dgm:pt>
    <dgm:pt modelId="{CFBDFED4-FCA6-470C-A904-7A7852FA800C}" type="parTrans" cxnId="{11860BB5-4F86-40CF-A8AF-9A09368E053E}">
      <dgm:prSet/>
      <dgm:spPr/>
      <dgm:t>
        <a:bodyPr/>
        <a:lstStyle/>
        <a:p>
          <a:endParaRPr lang="ru-RU"/>
        </a:p>
      </dgm:t>
    </dgm:pt>
    <dgm:pt modelId="{700A98FA-9B6C-4198-B697-BEB7352D40BE}" type="sibTrans" cxnId="{11860BB5-4F86-40CF-A8AF-9A09368E053E}">
      <dgm:prSet/>
      <dgm:spPr/>
      <dgm:t>
        <a:bodyPr/>
        <a:lstStyle/>
        <a:p>
          <a:endParaRPr lang="ru-RU"/>
        </a:p>
      </dgm:t>
    </dgm:pt>
    <dgm:pt modelId="{84BFD923-E2DE-425C-805B-DB6A6C6C443E}">
      <dgm:prSet phldrT="[Текст]" custT="1"/>
      <dgm:spPr/>
      <dgm:t>
        <a:bodyPr/>
        <a:lstStyle/>
        <a:p>
          <a:r>
            <a:rPr lang="ru-RU" sz="1200" b="1" dirty="0"/>
            <a:t>учителей</a:t>
          </a:r>
          <a:r>
            <a:rPr lang="ru-RU" sz="1000" b="1" dirty="0"/>
            <a:t> </a:t>
          </a:r>
        </a:p>
      </dgm:t>
    </dgm:pt>
    <dgm:pt modelId="{3967AF87-DA7A-4467-8340-86CD9706F824}" type="parTrans" cxnId="{B6A8301C-388B-4B4B-B072-492F2E3570C5}">
      <dgm:prSet/>
      <dgm:spPr/>
      <dgm:t>
        <a:bodyPr/>
        <a:lstStyle/>
        <a:p>
          <a:endParaRPr lang="ru-RU"/>
        </a:p>
      </dgm:t>
    </dgm:pt>
    <dgm:pt modelId="{E35BC016-EC2C-4E16-B366-54F2D0025856}" type="sibTrans" cxnId="{B6A8301C-388B-4B4B-B072-492F2E3570C5}">
      <dgm:prSet/>
      <dgm:spPr/>
      <dgm:t>
        <a:bodyPr/>
        <a:lstStyle/>
        <a:p>
          <a:endParaRPr lang="ru-RU"/>
        </a:p>
      </dgm:t>
    </dgm:pt>
    <dgm:pt modelId="{73F05CFD-0BC1-49F1-93C8-FC24496D2EEF}">
      <dgm:prSet phldrT="[Текст]" custT="1"/>
      <dgm:spPr/>
      <dgm:t>
        <a:bodyPr/>
        <a:lstStyle/>
        <a:p>
          <a:r>
            <a:rPr lang="ru-RU" sz="1200" b="1" dirty="0"/>
            <a:t>родителей</a:t>
          </a:r>
        </a:p>
      </dgm:t>
    </dgm:pt>
    <dgm:pt modelId="{91D36D6A-2FC5-4F74-AF4A-27E579AF95F1}" type="parTrans" cxnId="{20D67A0F-3734-477C-8EA8-02C67FE598F6}">
      <dgm:prSet/>
      <dgm:spPr/>
      <dgm:t>
        <a:bodyPr/>
        <a:lstStyle/>
        <a:p>
          <a:endParaRPr lang="ru-RU"/>
        </a:p>
      </dgm:t>
    </dgm:pt>
    <dgm:pt modelId="{4F9F1D5F-9D95-4FF5-8C1F-829B9242BB0D}" type="sibTrans" cxnId="{20D67A0F-3734-477C-8EA8-02C67FE598F6}">
      <dgm:prSet/>
      <dgm:spPr/>
      <dgm:t>
        <a:bodyPr/>
        <a:lstStyle/>
        <a:p>
          <a:endParaRPr lang="ru-RU"/>
        </a:p>
      </dgm:t>
    </dgm:pt>
    <dgm:pt modelId="{397454AE-575F-4EB4-A39D-DDFFF6268951}">
      <dgm:prSet phldrT="[Текст]"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ru-RU" dirty="0"/>
            <a:t>действия</a:t>
          </a:r>
        </a:p>
      </dgm:t>
    </dgm:pt>
    <dgm:pt modelId="{88B52D9C-CDE7-4063-9B03-9B6C60F941FE}" type="parTrans" cxnId="{28D52864-B9C1-40A2-979F-59B90A191F9B}">
      <dgm:prSet/>
      <dgm:spPr/>
      <dgm:t>
        <a:bodyPr/>
        <a:lstStyle/>
        <a:p>
          <a:endParaRPr lang="ru-RU"/>
        </a:p>
      </dgm:t>
    </dgm:pt>
    <dgm:pt modelId="{700CB6BC-5CAD-49C2-B691-7BEABD179EAE}" type="sibTrans" cxnId="{28D52864-B9C1-40A2-979F-59B90A191F9B}">
      <dgm:prSet/>
      <dgm:spPr/>
      <dgm:t>
        <a:bodyPr/>
        <a:lstStyle/>
        <a:p>
          <a:endParaRPr lang="ru-RU"/>
        </a:p>
      </dgm:t>
    </dgm:pt>
    <dgm:pt modelId="{22A116B6-FAB6-413F-9E10-7F2B31E26BD1}">
      <dgm:prSet phldrT="[Текст]" custT="1"/>
      <dgm:spPr/>
      <dgm:t>
        <a:bodyPr/>
        <a:lstStyle/>
        <a:p>
          <a:r>
            <a:rPr lang="ru-RU" sz="1200" b="1" dirty="0"/>
            <a:t>Нарушение границ</a:t>
          </a:r>
        </a:p>
      </dgm:t>
    </dgm:pt>
    <dgm:pt modelId="{C8B85640-EC97-4451-9140-D8B04BA5F768}" type="parTrans" cxnId="{C5369126-0618-4A3C-B1FA-F7C92C273F36}">
      <dgm:prSet/>
      <dgm:spPr/>
      <dgm:t>
        <a:bodyPr/>
        <a:lstStyle/>
        <a:p>
          <a:endParaRPr lang="ru-RU"/>
        </a:p>
      </dgm:t>
    </dgm:pt>
    <dgm:pt modelId="{D82BF940-818E-47DC-966E-907FC6AABCB3}" type="sibTrans" cxnId="{C5369126-0618-4A3C-B1FA-F7C92C273F36}">
      <dgm:prSet/>
      <dgm:spPr/>
      <dgm:t>
        <a:bodyPr/>
        <a:lstStyle/>
        <a:p>
          <a:endParaRPr lang="ru-RU"/>
        </a:p>
      </dgm:t>
    </dgm:pt>
    <dgm:pt modelId="{75ED449D-63C8-49CA-99D7-D0B7658DAD03}">
      <dgm:prSet phldrT="[Текст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dirty="0"/>
            <a:t>чувства</a:t>
          </a:r>
        </a:p>
      </dgm:t>
    </dgm:pt>
    <dgm:pt modelId="{E42FABDF-29DD-4343-A582-B889B0A068CC}" type="parTrans" cxnId="{43A829B6-3723-4469-A6C9-DA1077EA57F8}">
      <dgm:prSet/>
      <dgm:spPr/>
      <dgm:t>
        <a:bodyPr/>
        <a:lstStyle/>
        <a:p>
          <a:endParaRPr lang="ru-RU"/>
        </a:p>
      </dgm:t>
    </dgm:pt>
    <dgm:pt modelId="{355A335B-AF4E-452A-BB89-5D8215CB8E24}" type="sibTrans" cxnId="{43A829B6-3723-4469-A6C9-DA1077EA57F8}">
      <dgm:prSet/>
      <dgm:spPr/>
      <dgm:t>
        <a:bodyPr/>
        <a:lstStyle/>
        <a:p>
          <a:endParaRPr lang="ru-RU"/>
        </a:p>
      </dgm:t>
    </dgm:pt>
    <dgm:pt modelId="{536B3546-3E51-406E-ACE7-B027A432DF56}">
      <dgm:prSet phldrT="[Текст]"/>
      <dgm:spPr/>
      <dgm:t>
        <a:bodyPr/>
        <a:lstStyle/>
        <a:p>
          <a:r>
            <a:rPr lang="ru-RU" b="1" dirty="0"/>
            <a:t>гнев</a:t>
          </a:r>
        </a:p>
      </dgm:t>
    </dgm:pt>
    <dgm:pt modelId="{ED67EFBB-BE56-4173-8CCF-00FF101EAC88}" type="sibTrans" cxnId="{E98EEE21-EDDB-45D5-B07B-3CA3E4021FAA}">
      <dgm:prSet/>
      <dgm:spPr/>
      <dgm:t>
        <a:bodyPr/>
        <a:lstStyle/>
        <a:p>
          <a:endParaRPr lang="ru-RU"/>
        </a:p>
      </dgm:t>
    </dgm:pt>
    <dgm:pt modelId="{3A006C52-33E1-4BF7-ADCD-4BBACA3CC3D3}" type="parTrans" cxnId="{E98EEE21-EDDB-45D5-B07B-3CA3E4021FAA}">
      <dgm:prSet/>
      <dgm:spPr/>
      <dgm:t>
        <a:bodyPr/>
        <a:lstStyle/>
        <a:p>
          <a:endParaRPr lang="ru-RU"/>
        </a:p>
      </dgm:t>
    </dgm:pt>
    <dgm:pt modelId="{5199A50D-527C-405C-BD0C-E5D167DF1BAD}">
      <dgm:prSet phldrT="[Текст]"/>
      <dgm:spPr/>
      <dgm:t>
        <a:bodyPr/>
        <a:lstStyle/>
        <a:p>
          <a:r>
            <a:rPr lang="ru-RU" b="1" dirty="0"/>
            <a:t>печаль</a:t>
          </a:r>
        </a:p>
      </dgm:t>
    </dgm:pt>
    <dgm:pt modelId="{B039DCB5-AE0B-4947-BEB7-B2F9CCD88744}" type="sibTrans" cxnId="{0F42BB9F-1B74-47CB-8614-8A67C68DC6D4}">
      <dgm:prSet/>
      <dgm:spPr/>
      <dgm:t>
        <a:bodyPr/>
        <a:lstStyle/>
        <a:p>
          <a:endParaRPr lang="ru-RU"/>
        </a:p>
      </dgm:t>
    </dgm:pt>
    <dgm:pt modelId="{1ACE3CAA-36A0-49C0-B340-465BFC05F8EC}" type="parTrans" cxnId="{0F42BB9F-1B74-47CB-8614-8A67C68DC6D4}">
      <dgm:prSet/>
      <dgm:spPr/>
      <dgm:t>
        <a:bodyPr/>
        <a:lstStyle/>
        <a:p>
          <a:endParaRPr lang="ru-RU"/>
        </a:p>
      </dgm:t>
    </dgm:pt>
    <dgm:pt modelId="{EFD2509B-0F22-423E-BE16-AB3D4B52BD4B}" type="pres">
      <dgm:prSet presAssocID="{44D25E85-275D-48E5-9A44-1A90A7F56B97}" presName="theList" presStyleCnt="0">
        <dgm:presLayoutVars>
          <dgm:dir/>
          <dgm:animLvl val="lvl"/>
          <dgm:resizeHandles val="exact"/>
        </dgm:presLayoutVars>
      </dgm:prSet>
      <dgm:spPr/>
    </dgm:pt>
    <dgm:pt modelId="{3967D7D6-08D0-41E8-AB49-59C4E4D42CD4}" type="pres">
      <dgm:prSet presAssocID="{AEA8DD56-1CF4-4FC7-8226-74A9B004CB64}" presName="compNode" presStyleCnt="0"/>
      <dgm:spPr/>
    </dgm:pt>
    <dgm:pt modelId="{C56634A4-F7B7-464E-B729-24A2E850C206}" type="pres">
      <dgm:prSet presAssocID="{AEA8DD56-1CF4-4FC7-8226-74A9B004CB64}" presName="noGeometry" presStyleCnt="0"/>
      <dgm:spPr/>
    </dgm:pt>
    <dgm:pt modelId="{455F4A48-2AF1-4988-9713-A26E5ABC3BE5}" type="pres">
      <dgm:prSet presAssocID="{AEA8DD56-1CF4-4FC7-8226-74A9B004CB64}" presName="childTextVisible" presStyleLbl="bgAccFollowNode1" presStyleIdx="0" presStyleCnt="3" custScaleX="130637">
        <dgm:presLayoutVars>
          <dgm:bulletEnabled val="1"/>
        </dgm:presLayoutVars>
      </dgm:prSet>
      <dgm:spPr/>
    </dgm:pt>
    <dgm:pt modelId="{02E2380A-3F5B-4E47-B473-D3193192CC8B}" type="pres">
      <dgm:prSet presAssocID="{AEA8DD56-1CF4-4FC7-8226-74A9B004CB64}" presName="childTextHidden" presStyleLbl="bgAccFollowNode1" presStyleIdx="0" presStyleCnt="3"/>
      <dgm:spPr/>
    </dgm:pt>
    <dgm:pt modelId="{B5648173-F299-45E7-8694-07870BD8E318}" type="pres">
      <dgm:prSet presAssocID="{AEA8DD56-1CF4-4FC7-8226-74A9B004CB6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46042ED-9ECF-4415-8199-743090D20162}" type="pres">
      <dgm:prSet presAssocID="{AEA8DD56-1CF4-4FC7-8226-74A9B004CB64}" presName="aSpace" presStyleCnt="0"/>
      <dgm:spPr/>
    </dgm:pt>
    <dgm:pt modelId="{7F5A9B79-37CE-4896-A718-6378B44D0884}" type="pres">
      <dgm:prSet presAssocID="{397454AE-575F-4EB4-A39D-DDFFF6268951}" presName="compNode" presStyleCnt="0"/>
      <dgm:spPr/>
    </dgm:pt>
    <dgm:pt modelId="{DCAA6AFC-D159-4E19-9969-C6C22FFC9DC3}" type="pres">
      <dgm:prSet presAssocID="{397454AE-575F-4EB4-A39D-DDFFF6268951}" presName="noGeometry" presStyleCnt="0"/>
      <dgm:spPr/>
    </dgm:pt>
    <dgm:pt modelId="{176D84B6-2D89-4CD6-AD32-BFD1251B9257}" type="pres">
      <dgm:prSet presAssocID="{397454AE-575F-4EB4-A39D-DDFFF6268951}" presName="childTextVisible" presStyleLbl="bgAccFollowNode1" presStyleIdx="1" presStyleCnt="3" custScaleX="115206">
        <dgm:presLayoutVars>
          <dgm:bulletEnabled val="1"/>
        </dgm:presLayoutVars>
      </dgm:prSet>
      <dgm:spPr/>
    </dgm:pt>
    <dgm:pt modelId="{90026BBF-A382-434D-8056-29FBFF2DF5FF}" type="pres">
      <dgm:prSet presAssocID="{397454AE-575F-4EB4-A39D-DDFFF6268951}" presName="childTextHidden" presStyleLbl="bgAccFollowNode1" presStyleIdx="1" presStyleCnt="3"/>
      <dgm:spPr/>
    </dgm:pt>
    <dgm:pt modelId="{4F8BAC09-00F8-465C-8F46-22680E9FC991}" type="pres">
      <dgm:prSet presAssocID="{397454AE-575F-4EB4-A39D-DDFFF626895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ADCE0E5-4102-4073-88E3-DE98EEAE20CA}" type="pres">
      <dgm:prSet presAssocID="{397454AE-575F-4EB4-A39D-DDFFF6268951}" presName="aSpace" presStyleCnt="0"/>
      <dgm:spPr/>
    </dgm:pt>
    <dgm:pt modelId="{65BAFB3A-B750-48C6-BBF9-A7E5D44532B5}" type="pres">
      <dgm:prSet presAssocID="{75ED449D-63C8-49CA-99D7-D0B7658DAD03}" presName="compNode" presStyleCnt="0"/>
      <dgm:spPr/>
    </dgm:pt>
    <dgm:pt modelId="{BF783A26-7649-41A3-B38E-5C3A04227CCE}" type="pres">
      <dgm:prSet presAssocID="{75ED449D-63C8-49CA-99D7-D0B7658DAD03}" presName="noGeometry" presStyleCnt="0"/>
      <dgm:spPr/>
    </dgm:pt>
    <dgm:pt modelId="{D53B790E-2224-4C4B-B28D-305680E347B4}" type="pres">
      <dgm:prSet presAssocID="{75ED449D-63C8-49CA-99D7-D0B7658DAD03}" presName="childTextVisible" presStyleLbl="bgAccFollowNode1" presStyleIdx="2" presStyleCnt="3" custScaleX="112147" custScaleY="99697" custLinFactNeighborX="-953" custLinFactNeighborY="-545">
        <dgm:presLayoutVars>
          <dgm:bulletEnabled val="1"/>
        </dgm:presLayoutVars>
      </dgm:prSet>
      <dgm:spPr/>
    </dgm:pt>
    <dgm:pt modelId="{4035166F-6C90-4557-AAAF-77FB8C246C55}" type="pres">
      <dgm:prSet presAssocID="{75ED449D-63C8-49CA-99D7-D0B7658DAD03}" presName="childTextHidden" presStyleLbl="bgAccFollowNode1" presStyleIdx="2" presStyleCnt="3"/>
      <dgm:spPr/>
    </dgm:pt>
    <dgm:pt modelId="{3DFA7077-C65F-4A89-A8AA-4A9DAA236776}" type="pres">
      <dgm:prSet presAssocID="{75ED449D-63C8-49CA-99D7-D0B7658DAD03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20D67A0F-3734-477C-8EA8-02C67FE598F6}" srcId="{AEA8DD56-1CF4-4FC7-8226-74A9B004CB64}" destId="{73F05CFD-0BC1-49F1-93C8-FC24496D2EEF}" srcOrd="1" destOrd="0" parTransId="{91D36D6A-2FC5-4F74-AF4A-27E579AF95F1}" sibTransId="{4F9F1D5F-9D95-4FF5-8C1F-829B9242BB0D}"/>
    <dgm:cxn modelId="{F3769E14-8C9A-4367-9B01-359261EE8D1C}" type="presOf" srcId="{536B3546-3E51-406E-ACE7-B027A432DF56}" destId="{4035166F-6C90-4557-AAAF-77FB8C246C55}" srcOrd="1" destOrd="0" presId="urn:microsoft.com/office/officeart/2005/8/layout/hProcess6"/>
    <dgm:cxn modelId="{F7EBC318-20FB-4E8E-8F98-DE9E1C9073A3}" type="presOf" srcId="{84BFD923-E2DE-425C-805B-DB6A6C6C443E}" destId="{02E2380A-3F5B-4E47-B473-D3193192CC8B}" srcOrd="1" destOrd="0" presId="urn:microsoft.com/office/officeart/2005/8/layout/hProcess6"/>
    <dgm:cxn modelId="{B6A8301C-388B-4B4B-B072-492F2E3570C5}" srcId="{AEA8DD56-1CF4-4FC7-8226-74A9B004CB64}" destId="{84BFD923-E2DE-425C-805B-DB6A6C6C443E}" srcOrd="0" destOrd="0" parTransId="{3967AF87-DA7A-4467-8340-86CD9706F824}" sibTransId="{E35BC016-EC2C-4E16-B366-54F2D0025856}"/>
    <dgm:cxn modelId="{E938261D-D868-4CD1-A498-31C838DB48C5}" type="presOf" srcId="{AEA8DD56-1CF4-4FC7-8226-74A9B004CB64}" destId="{B5648173-F299-45E7-8694-07870BD8E318}" srcOrd="0" destOrd="0" presId="urn:microsoft.com/office/officeart/2005/8/layout/hProcess6"/>
    <dgm:cxn modelId="{E4851C21-CA97-4BF2-98E9-547D941F17B4}" type="presOf" srcId="{84BFD923-E2DE-425C-805B-DB6A6C6C443E}" destId="{455F4A48-2AF1-4988-9713-A26E5ABC3BE5}" srcOrd="0" destOrd="0" presId="urn:microsoft.com/office/officeart/2005/8/layout/hProcess6"/>
    <dgm:cxn modelId="{E98EEE21-EDDB-45D5-B07B-3CA3E4021FAA}" srcId="{75ED449D-63C8-49CA-99D7-D0B7658DAD03}" destId="{536B3546-3E51-406E-ACE7-B027A432DF56}" srcOrd="0" destOrd="0" parTransId="{3A006C52-33E1-4BF7-ADCD-4BBACA3CC3D3}" sibTransId="{ED67EFBB-BE56-4173-8CCF-00FF101EAC88}"/>
    <dgm:cxn modelId="{F437A025-32C4-4665-BE91-864A6179BF2A}" type="presOf" srcId="{536B3546-3E51-406E-ACE7-B027A432DF56}" destId="{D53B790E-2224-4C4B-B28D-305680E347B4}" srcOrd="0" destOrd="0" presId="urn:microsoft.com/office/officeart/2005/8/layout/hProcess6"/>
    <dgm:cxn modelId="{C5369126-0618-4A3C-B1FA-F7C92C273F36}" srcId="{397454AE-575F-4EB4-A39D-DDFFF6268951}" destId="{22A116B6-FAB6-413F-9E10-7F2B31E26BD1}" srcOrd="0" destOrd="0" parTransId="{C8B85640-EC97-4451-9140-D8B04BA5F768}" sibTransId="{D82BF940-818E-47DC-966E-907FC6AABCB3}"/>
    <dgm:cxn modelId="{AD5EBD5F-18E9-4667-A633-1765A97878A3}" type="presOf" srcId="{73F05CFD-0BC1-49F1-93C8-FC24496D2EEF}" destId="{02E2380A-3F5B-4E47-B473-D3193192CC8B}" srcOrd="1" destOrd="1" presId="urn:microsoft.com/office/officeart/2005/8/layout/hProcess6"/>
    <dgm:cxn modelId="{28D52864-B9C1-40A2-979F-59B90A191F9B}" srcId="{44D25E85-275D-48E5-9A44-1A90A7F56B97}" destId="{397454AE-575F-4EB4-A39D-DDFFF6268951}" srcOrd="1" destOrd="0" parTransId="{88B52D9C-CDE7-4063-9B03-9B6C60F941FE}" sibTransId="{700CB6BC-5CAD-49C2-B691-7BEABD179EAE}"/>
    <dgm:cxn modelId="{FBF3104F-9403-4020-8070-D84125CF4692}" type="presOf" srcId="{22A116B6-FAB6-413F-9E10-7F2B31E26BD1}" destId="{176D84B6-2D89-4CD6-AD32-BFD1251B9257}" srcOrd="0" destOrd="0" presId="urn:microsoft.com/office/officeart/2005/8/layout/hProcess6"/>
    <dgm:cxn modelId="{CB373273-0DF5-48DB-B552-A27EE666D949}" type="presOf" srcId="{22A116B6-FAB6-413F-9E10-7F2B31E26BD1}" destId="{90026BBF-A382-434D-8056-29FBFF2DF5FF}" srcOrd="1" destOrd="0" presId="urn:microsoft.com/office/officeart/2005/8/layout/hProcess6"/>
    <dgm:cxn modelId="{F75DFD75-78FA-4909-A47C-674FAF9B9403}" type="presOf" srcId="{73F05CFD-0BC1-49F1-93C8-FC24496D2EEF}" destId="{455F4A48-2AF1-4988-9713-A26E5ABC3BE5}" srcOrd="0" destOrd="1" presId="urn:microsoft.com/office/officeart/2005/8/layout/hProcess6"/>
    <dgm:cxn modelId="{F7BE8C7A-7112-456D-A565-CA5A255F9984}" type="presOf" srcId="{5199A50D-527C-405C-BD0C-E5D167DF1BAD}" destId="{4035166F-6C90-4557-AAAF-77FB8C246C55}" srcOrd="1" destOrd="1" presId="urn:microsoft.com/office/officeart/2005/8/layout/hProcess6"/>
    <dgm:cxn modelId="{0F42BB9F-1B74-47CB-8614-8A67C68DC6D4}" srcId="{75ED449D-63C8-49CA-99D7-D0B7658DAD03}" destId="{5199A50D-527C-405C-BD0C-E5D167DF1BAD}" srcOrd="1" destOrd="0" parTransId="{1ACE3CAA-36A0-49C0-B340-465BFC05F8EC}" sibTransId="{B039DCB5-AE0B-4947-BEB7-B2F9CCD88744}"/>
    <dgm:cxn modelId="{5BF96CB0-C9E7-4252-A693-4D3BF0F19ABB}" type="presOf" srcId="{5199A50D-527C-405C-BD0C-E5D167DF1BAD}" destId="{D53B790E-2224-4C4B-B28D-305680E347B4}" srcOrd="0" destOrd="1" presId="urn:microsoft.com/office/officeart/2005/8/layout/hProcess6"/>
    <dgm:cxn modelId="{11860BB5-4F86-40CF-A8AF-9A09368E053E}" srcId="{44D25E85-275D-48E5-9A44-1A90A7F56B97}" destId="{AEA8DD56-1CF4-4FC7-8226-74A9B004CB64}" srcOrd="0" destOrd="0" parTransId="{CFBDFED4-FCA6-470C-A904-7A7852FA800C}" sibTransId="{700A98FA-9B6C-4198-B697-BEB7352D40BE}"/>
    <dgm:cxn modelId="{43A829B6-3723-4469-A6C9-DA1077EA57F8}" srcId="{44D25E85-275D-48E5-9A44-1A90A7F56B97}" destId="{75ED449D-63C8-49CA-99D7-D0B7658DAD03}" srcOrd="2" destOrd="0" parTransId="{E42FABDF-29DD-4343-A582-B889B0A068CC}" sibTransId="{355A335B-AF4E-452A-BB89-5D8215CB8E24}"/>
    <dgm:cxn modelId="{BECCE5B9-DBE2-41F2-B2FD-3D528EACB96B}" type="presOf" srcId="{397454AE-575F-4EB4-A39D-DDFFF6268951}" destId="{4F8BAC09-00F8-465C-8F46-22680E9FC991}" srcOrd="0" destOrd="0" presId="urn:microsoft.com/office/officeart/2005/8/layout/hProcess6"/>
    <dgm:cxn modelId="{546C00E8-CD3C-464A-B24B-2C2FAEA5092B}" type="presOf" srcId="{44D25E85-275D-48E5-9A44-1A90A7F56B97}" destId="{EFD2509B-0F22-423E-BE16-AB3D4B52BD4B}" srcOrd="0" destOrd="0" presId="urn:microsoft.com/office/officeart/2005/8/layout/hProcess6"/>
    <dgm:cxn modelId="{A47F19EA-F940-484D-ABA3-F13175736079}" type="presOf" srcId="{75ED449D-63C8-49CA-99D7-D0B7658DAD03}" destId="{3DFA7077-C65F-4A89-A8AA-4A9DAA236776}" srcOrd="0" destOrd="0" presId="urn:microsoft.com/office/officeart/2005/8/layout/hProcess6"/>
    <dgm:cxn modelId="{8E951CAC-5963-48DD-AFAA-C2376D33641A}" type="presParOf" srcId="{EFD2509B-0F22-423E-BE16-AB3D4B52BD4B}" destId="{3967D7D6-08D0-41E8-AB49-59C4E4D42CD4}" srcOrd="0" destOrd="0" presId="urn:microsoft.com/office/officeart/2005/8/layout/hProcess6"/>
    <dgm:cxn modelId="{54C4CD86-29A6-4FB6-AC49-EE58ACE29AC2}" type="presParOf" srcId="{3967D7D6-08D0-41E8-AB49-59C4E4D42CD4}" destId="{C56634A4-F7B7-464E-B729-24A2E850C206}" srcOrd="0" destOrd="0" presId="urn:microsoft.com/office/officeart/2005/8/layout/hProcess6"/>
    <dgm:cxn modelId="{361839F5-2E70-4FC0-8721-628CD7C278B8}" type="presParOf" srcId="{3967D7D6-08D0-41E8-AB49-59C4E4D42CD4}" destId="{455F4A48-2AF1-4988-9713-A26E5ABC3BE5}" srcOrd="1" destOrd="0" presId="urn:microsoft.com/office/officeart/2005/8/layout/hProcess6"/>
    <dgm:cxn modelId="{2632EB6B-1FB4-419D-BAB9-9261F98BD5CD}" type="presParOf" srcId="{3967D7D6-08D0-41E8-AB49-59C4E4D42CD4}" destId="{02E2380A-3F5B-4E47-B473-D3193192CC8B}" srcOrd="2" destOrd="0" presId="urn:microsoft.com/office/officeart/2005/8/layout/hProcess6"/>
    <dgm:cxn modelId="{C9582D19-3C42-4616-A87E-EEE4A28675E9}" type="presParOf" srcId="{3967D7D6-08D0-41E8-AB49-59C4E4D42CD4}" destId="{B5648173-F299-45E7-8694-07870BD8E318}" srcOrd="3" destOrd="0" presId="urn:microsoft.com/office/officeart/2005/8/layout/hProcess6"/>
    <dgm:cxn modelId="{F7E981A0-49AB-492C-974E-022D5200B5D1}" type="presParOf" srcId="{EFD2509B-0F22-423E-BE16-AB3D4B52BD4B}" destId="{446042ED-9ECF-4415-8199-743090D20162}" srcOrd="1" destOrd="0" presId="urn:microsoft.com/office/officeart/2005/8/layout/hProcess6"/>
    <dgm:cxn modelId="{FE7179DE-964A-486A-8F8C-096E30CB3A05}" type="presParOf" srcId="{EFD2509B-0F22-423E-BE16-AB3D4B52BD4B}" destId="{7F5A9B79-37CE-4896-A718-6378B44D0884}" srcOrd="2" destOrd="0" presId="urn:microsoft.com/office/officeart/2005/8/layout/hProcess6"/>
    <dgm:cxn modelId="{7CBBF52C-383B-4399-905B-E4C41E2A76BD}" type="presParOf" srcId="{7F5A9B79-37CE-4896-A718-6378B44D0884}" destId="{DCAA6AFC-D159-4E19-9969-C6C22FFC9DC3}" srcOrd="0" destOrd="0" presId="urn:microsoft.com/office/officeart/2005/8/layout/hProcess6"/>
    <dgm:cxn modelId="{0AC869F2-6CA0-4FD4-88D6-9A416F0C50F0}" type="presParOf" srcId="{7F5A9B79-37CE-4896-A718-6378B44D0884}" destId="{176D84B6-2D89-4CD6-AD32-BFD1251B9257}" srcOrd="1" destOrd="0" presId="urn:microsoft.com/office/officeart/2005/8/layout/hProcess6"/>
    <dgm:cxn modelId="{F30C243B-5EC6-4845-8EEA-FD8314643115}" type="presParOf" srcId="{7F5A9B79-37CE-4896-A718-6378B44D0884}" destId="{90026BBF-A382-434D-8056-29FBFF2DF5FF}" srcOrd="2" destOrd="0" presId="urn:microsoft.com/office/officeart/2005/8/layout/hProcess6"/>
    <dgm:cxn modelId="{2A241D3D-1D1A-4C85-A9DA-DCA9DA960441}" type="presParOf" srcId="{7F5A9B79-37CE-4896-A718-6378B44D0884}" destId="{4F8BAC09-00F8-465C-8F46-22680E9FC991}" srcOrd="3" destOrd="0" presId="urn:microsoft.com/office/officeart/2005/8/layout/hProcess6"/>
    <dgm:cxn modelId="{41302582-D4FC-4FFA-A6C9-318D6F3D4411}" type="presParOf" srcId="{EFD2509B-0F22-423E-BE16-AB3D4B52BD4B}" destId="{2ADCE0E5-4102-4073-88E3-DE98EEAE20CA}" srcOrd="3" destOrd="0" presId="urn:microsoft.com/office/officeart/2005/8/layout/hProcess6"/>
    <dgm:cxn modelId="{C6C690F8-EEE5-418C-949A-4B3FA108C201}" type="presParOf" srcId="{EFD2509B-0F22-423E-BE16-AB3D4B52BD4B}" destId="{65BAFB3A-B750-48C6-BBF9-A7E5D44532B5}" srcOrd="4" destOrd="0" presId="urn:microsoft.com/office/officeart/2005/8/layout/hProcess6"/>
    <dgm:cxn modelId="{A778A540-3229-4A07-A4FB-72B9598A8329}" type="presParOf" srcId="{65BAFB3A-B750-48C6-BBF9-A7E5D44532B5}" destId="{BF783A26-7649-41A3-B38E-5C3A04227CCE}" srcOrd="0" destOrd="0" presId="urn:microsoft.com/office/officeart/2005/8/layout/hProcess6"/>
    <dgm:cxn modelId="{05F55B0B-6A8B-4DCA-84DA-C53A7CDD6647}" type="presParOf" srcId="{65BAFB3A-B750-48C6-BBF9-A7E5D44532B5}" destId="{D53B790E-2224-4C4B-B28D-305680E347B4}" srcOrd="1" destOrd="0" presId="urn:microsoft.com/office/officeart/2005/8/layout/hProcess6"/>
    <dgm:cxn modelId="{4418BC9C-8635-4658-BE15-B54E4609A316}" type="presParOf" srcId="{65BAFB3A-B750-48C6-BBF9-A7E5D44532B5}" destId="{4035166F-6C90-4557-AAAF-77FB8C246C55}" srcOrd="2" destOrd="0" presId="urn:microsoft.com/office/officeart/2005/8/layout/hProcess6"/>
    <dgm:cxn modelId="{7F1DDF92-2FB2-4CCE-AFE5-C90F2604D9CC}" type="presParOf" srcId="{65BAFB3A-B750-48C6-BBF9-A7E5D44532B5}" destId="{3DFA7077-C65F-4A89-A8AA-4A9DAA236776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2FA193-F386-41D7-A7FF-6ECEBB460CD1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7185513-95A4-468B-8F96-8486B2351040}">
      <dgm:prSet phldrT="[Текст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ru-RU" dirty="0"/>
            <a:t>результат</a:t>
          </a:r>
        </a:p>
      </dgm:t>
    </dgm:pt>
    <dgm:pt modelId="{221D85F9-8682-48FC-8CAD-2536FA6332FF}" type="parTrans" cxnId="{EDC340BA-EBA6-4A0D-9153-A9777952E015}">
      <dgm:prSet/>
      <dgm:spPr/>
      <dgm:t>
        <a:bodyPr/>
        <a:lstStyle/>
        <a:p>
          <a:endParaRPr lang="ru-RU"/>
        </a:p>
      </dgm:t>
    </dgm:pt>
    <dgm:pt modelId="{628B8D5F-536B-4204-9482-D0BEFC9C6B36}" type="sibTrans" cxnId="{EDC340BA-EBA6-4A0D-9153-A9777952E015}">
      <dgm:prSet/>
      <dgm:spPr/>
      <dgm:t>
        <a:bodyPr/>
        <a:lstStyle/>
        <a:p>
          <a:endParaRPr lang="ru-RU"/>
        </a:p>
      </dgm:t>
    </dgm:pt>
    <dgm:pt modelId="{E658561B-6E11-4F34-ADDF-5F9DF88A161A}">
      <dgm:prSet phldrT="[Текст]"/>
      <dgm:spPr/>
      <dgm:t>
        <a:bodyPr/>
        <a:lstStyle/>
        <a:p>
          <a:r>
            <a:rPr lang="ru-RU" dirty="0"/>
            <a:t>агрессия</a:t>
          </a:r>
        </a:p>
      </dgm:t>
    </dgm:pt>
    <dgm:pt modelId="{6AC59462-BFC1-48A3-8CBB-9411EC196B2E}" type="parTrans" cxnId="{FB2EB43F-E020-4389-8DEB-EF10C7077B7D}">
      <dgm:prSet/>
      <dgm:spPr/>
      <dgm:t>
        <a:bodyPr/>
        <a:lstStyle/>
        <a:p>
          <a:endParaRPr lang="ru-RU"/>
        </a:p>
      </dgm:t>
    </dgm:pt>
    <dgm:pt modelId="{D8518980-109B-4831-985E-C79B644FF6D9}" type="sibTrans" cxnId="{FB2EB43F-E020-4389-8DEB-EF10C7077B7D}">
      <dgm:prSet/>
      <dgm:spPr/>
      <dgm:t>
        <a:bodyPr/>
        <a:lstStyle/>
        <a:p>
          <a:endParaRPr lang="ru-RU"/>
        </a:p>
      </dgm:t>
    </dgm:pt>
    <dgm:pt modelId="{6D9BF940-37BD-44E6-ABA2-406636AC59A6}">
      <dgm:prSet phldrT="[Текст]"/>
      <dgm:spPr/>
      <dgm:t>
        <a:bodyPr/>
        <a:lstStyle/>
        <a:p>
          <a:r>
            <a:rPr lang="ru-RU" dirty="0"/>
            <a:t>злость</a:t>
          </a:r>
        </a:p>
      </dgm:t>
    </dgm:pt>
    <dgm:pt modelId="{F3D42E5E-EFFA-4C8F-BB8E-392DD1756794}" type="parTrans" cxnId="{F558AB0E-7E91-46BB-8FFF-05282CC3E291}">
      <dgm:prSet/>
      <dgm:spPr/>
      <dgm:t>
        <a:bodyPr/>
        <a:lstStyle/>
        <a:p>
          <a:endParaRPr lang="ru-RU"/>
        </a:p>
      </dgm:t>
    </dgm:pt>
    <dgm:pt modelId="{16F5F8CE-861E-4FFF-867D-22476C8D4A41}" type="sibTrans" cxnId="{F558AB0E-7E91-46BB-8FFF-05282CC3E291}">
      <dgm:prSet/>
      <dgm:spPr/>
      <dgm:t>
        <a:bodyPr/>
        <a:lstStyle/>
        <a:p>
          <a:endParaRPr lang="ru-RU"/>
        </a:p>
      </dgm:t>
    </dgm:pt>
    <dgm:pt modelId="{64B6A59B-105D-4195-BACA-3725B38D3457}">
      <dgm:prSet phldrT="[Текст]"/>
      <dgm:spPr>
        <a:solidFill>
          <a:srgbClr val="7030A0"/>
        </a:solidFill>
      </dgm:spPr>
      <dgm:t>
        <a:bodyPr/>
        <a:lstStyle/>
        <a:p>
          <a:r>
            <a:rPr lang="ru-RU" dirty="0"/>
            <a:t>результат</a:t>
          </a:r>
        </a:p>
      </dgm:t>
    </dgm:pt>
    <dgm:pt modelId="{73C6D899-9431-4950-B167-F067EE682E6F}" type="parTrans" cxnId="{11E5682C-4677-4E16-ACDC-2B2587AE660D}">
      <dgm:prSet/>
      <dgm:spPr/>
      <dgm:t>
        <a:bodyPr/>
        <a:lstStyle/>
        <a:p>
          <a:endParaRPr lang="ru-RU"/>
        </a:p>
      </dgm:t>
    </dgm:pt>
    <dgm:pt modelId="{0DBE3EC1-7E33-4F23-8CB0-4A61A59A09D9}" type="sibTrans" cxnId="{11E5682C-4677-4E16-ACDC-2B2587AE660D}">
      <dgm:prSet/>
      <dgm:spPr/>
      <dgm:t>
        <a:bodyPr/>
        <a:lstStyle/>
        <a:p>
          <a:endParaRPr lang="ru-RU"/>
        </a:p>
      </dgm:t>
    </dgm:pt>
    <dgm:pt modelId="{605EDC9B-CCAE-4C66-BDA6-C7DA6AFE8211}">
      <dgm:prSet phldrT="[Текст]"/>
      <dgm:spPr/>
      <dgm:t>
        <a:bodyPr/>
        <a:lstStyle/>
        <a:p>
          <a:r>
            <a:rPr lang="ru-RU" dirty="0"/>
            <a:t>уныние</a:t>
          </a:r>
        </a:p>
      </dgm:t>
    </dgm:pt>
    <dgm:pt modelId="{E883A5C2-58E6-4DFD-AFF0-C954BE3C08EC}" type="parTrans" cxnId="{C1B08CFE-9348-4FE2-A134-095598C92025}">
      <dgm:prSet/>
      <dgm:spPr/>
      <dgm:t>
        <a:bodyPr/>
        <a:lstStyle/>
        <a:p>
          <a:endParaRPr lang="ru-RU"/>
        </a:p>
      </dgm:t>
    </dgm:pt>
    <dgm:pt modelId="{A63E1743-985D-43D1-9A07-13D97831E0B0}" type="sibTrans" cxnId="{C1B08CFE-9348-4FE2-A134-095598C92025}">
      <dgm:prSet/>
      <dgm:spPr/>
      <dgm:t>
        <a:bodyPr/>
        <a:lstStyle/>
        <a:p>
          <a:endParaRPr lang="ru-RU"/>
        </a:p>
      </dgm:t>
    </dgm:pt>
    <dgm:pt modelId="{4A19D563-A00B-44C9-A7BA-5569AE22C92D}">
      <dgm:prSet phldrT="[Текст]"/>
      <dgm:spPr/>
      <dgm:t>
        <a:bodyPr/>
        <a:lstStyle/>
        <a:p>
          <a:r>
            <a:rPr lang="ru-RU" dirty="0"/>
            <a:t>пассивность</a:t>
          </a:r>
        </a:p>
      </dgm:t>
    </dgm:pt>
    <dgm:pt modelId="{126534A1-5A29-4469-B9A7-36CDE57DAEDB}" type="parTrans" cxnId="{1181F09A-1F28-4B46-8606-227E00A7B64F}">
      <dgm:prSet/>
      <dgm:spPr/>
      <dgm:t>
        <a:bodyPr/>
        <a:lstStyle/>
        <a:p>
          <a:endParaRPr lang="ru-RU"/>
        </a:p>
      </dgm:t>
    </dgm:pt>
    <dgm:pt modelId="{1E01F470-A196-4911-AC5C-30F82F101CB5}" type="sibTrans" cxnId="{1181F09A-1F28-4B46-8606-227E00A7B64F}">
      <dgm:prSet/>
      <dgm:spPr/>
      <dgm:t>
        <a:bodyPr/>
        <a:lstStyle/>
        <a:p>
          <a:endParaRPr lang="ru-RU"/>
        </a:p>
      </dgm:t>
    </dgm:pt>
    <dgm:pt modelId="{4B3E6411-8761-4CEE-8803-8982346F15FB}">
      <dgm:prSet phldrT="[Текст]"/>
      <dgm:spPr/>
      <dgm:t>
        <a:bodyPr/>
        <a:lstStyle/>
        <a:p>
          <a:r>
            <a:rPr lang="ru-RU" dirty="0"/>
            <a:t>разбой</a:t>
          </a:r>
        </a:p>
      </dgm:t>
    </dgm:pt>
    <dgm:pt modelId="{D5091518-4FC4-48AB-8B68-BA1BF21F7676}" type="parTrans" cxnId="{CE883EE7-F877-4817-9F01-6A6A1D286D8E}">
      <dgm:prSet/>
      <dgm:spPr/>
      <dgm:t>
        <a:bodyPr/>
        <a:lstStyle/>
        <a:p>
          <a:endParaRPr lang="ru-RU"/>
        </a:p>
      </dgm:t>
    </dgm:pt>
    <dgm:pt modelId="{64AFD7A1-A6D0-4181-AB06-A74C5FD4A6F0}" type="sibTrans" cxnId="{CE883EE7-F877-4817-9F01-6A6A1D286D8E}">
      <dgm:prSet/>
      <dgm:spPr/>
      <dgm:t>
        <a:bodyPr/>
        <a:lstStyle/>
        <a:p>
          <a:endParaRPr lang="ru-RU"/>
        </a:p>
      </dgm:t>
    </dgm:pt>
    <dgm:pt modelId="{00C05E24-D17B-4C6A-BA04-0CB27CA0AC80}">
      <dgm:prSet phldrT="[Текст]"/>
      <dgm:spPr/>
      <dgm:t>
        <a:bodyPr/>
        <a:lstStyle/>
        <a:p>
          <a:r>
            <a:rPr lang="ru-RU" dirty="0"/>
            <a:t>вредные привычки</a:t>
          </a:r>
        </a:p>
      </dgm:t>
    </dgm:pt>
    <dgm:pt modelId="{1710AE74-A5AC-44A6-9A81-774081D0AACF}" type="parTrans" cxnId="{DC27C1A3-1516-44D4-A779-C43E93459178}">
      <dgm:prSet/>
      <dgm:spPr/>
      <dgm:t>
        <a:bodyPr/>
        <a:lstStyle/>
        <a:p>
          <a:endParaRPr lang="ru-RU"/>
        </a:p>
      </dgm:t>
    </dgm:pt>
    <dgm:pt modelId="{44478BA8-618F-49BB-BEBB-9BA4A7C2EE32}" type="sibTrans" cxnId="{DC27C1A3-1516-44D4-A779-C43E93459178}">
      <dgm:prSet/>
      <dgm:spPr/>
      <dgm:t>
        <a:bodyPr/>
        <a:lstStyle/>
        <a:p>
          <a:endParaRPr lang="ru-RU"/>
        </a:p>
      </dgm:t>
    </dgm:pt>
    <dgm:pt modelId="{32CADB6C-F86A-4C8B-8106-D1D4A181F021}" type="pres">
      <dgm:prSet presAssocID="{6B2FA193-F386-41D7-A7FF-6ECEBB460CD1}" presName="Name0" presStyleCnt="0">
        <dgm:presLayoutVars>
          <dgm:dir/>
          <dgm:animLvl val="lvl"/>
          <dgm:resizeHandles/>
        </dgm:presLayoutVars>
      </dgm:prSet>
      <dgm:spPr/>
    </dgm:pt>
    <dgm:pt modelId="{B248D6A8-1693-43E3-927E-FB8597FCD770}" type="pres">
      <dgm:prSet presAssocID="{77185513-95A4-468B-8F96-8486B2351040}" presName="linNode" presStyleCnt="0"/>
      <dgm:spPr/>
    </dgm:pt>
    <dgm:pt modelId="{BFFBFFF0-3291-460F-B6EF-DEF936503466}" type="pres">
      <dgm:prSet presAssocID="{77185513-95A4-468B-8F96-8486B2351040}" presName="parentShp" presStyleLbl="node1" presStyleIdx="0" presStyleCnt="2">
        <dgm:presLayoutVars>
          <dgm:bulletEnabled val="1"/>
        </dgm:presLayoutVars>
      </dgm:prSet>
      <dgm:spPr/>
    </dgm:pt>
    <dgm:pt modelId="{75413CE6-958B-46E6-8D5E-79EE87FCCEED}" type="pres">
      <dgm:prSet presAssocID="{77185513-95A4-468B-8F96-8486B2351040}" presName="childShp" presStyleLbl="bgAccFollowNode1" presStyleIdx="0" presStyleCnt="2">
        <dgm:presLayoutVars>
          <dgm:bulletEnabled val="1"/>
        </dgm:presLayoutVars>
      </dgm:prSet>
      <dgm:spPr/>
    </dgm:pt>
    <dgm:pt modelId="{8C5FB5D5-8295-4803-9090-F9BF8AABE01B}" type="pres">
      <dgm:prSet presAssocID="{628B8D5F-536B-4204-9482-D0BEFC9C6B36}" presName="spacing" presStyleCnt="0"/>
      <dgm:spPr/>
    </dgm:pt>
    <dgm:pt modelId="{B2881DCC-1209-4E33-A046-2A30A7605146}" type="pres">
      <dgm:prSet presAssocID="{64B6A59B-105D-4195-BACA-3725B38D3457}" presName="linNode" presStyleCnt="0"/>
      <dgm:spPr/>
    </dgm:pt>
    <dgm:pt modelId="{01AFC1A5-E9C0-4FC4-82A9-C250DF9A28AA}" type="pres">
      <dgm:prSet presAssocID="{64B6A59B-105D-4195-BACA-3725B38D3457}" presName="parentShp" presStyleLbl="node1" presStyleIdx="1" presStyleCnt="2">
        <dgm:presLayoutVars>
          <dgm:bulletEnabled val="1"/>
        </dgm:presLayoutVars>
      </dgm:prSet>
      <dgm:spPr/>
    </dgm:pt>
    <dgm:pt modelId="{0AAA64C7-0A6D-4A62-AF6B-743C30D0401E}" type="pres">
      <dgm:prSet presAssocID="{64B6A59B-105D-4195-BACA-3725B38D3457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914B4500-61B7-4A55-BBE8-B08DE91D81C2}" type="presOf" srcId="{64B6A59B-105D-4195-BACA-3725B38D3457}" destId="{01AFC1A5-E9C0-4FC4-82A9-C250DF9A28AA}" srcOrd="0" destOrd="0" presId="urn:microsoft.com/office/officeart/2005/8/layout/vList6"/>
    <dgm:cxn modelId="{F558AB0E-7E91-46BB-8FFF-05282CC3E291}" srcId="{77185513-95A4-468B-8F96-8486B2351040}" destId="{6D9BF940-37BD-44E6-ABA2-406636AC59A6}" srcOrd="1" destOrd="0" parTransId="{F3D42E5E-EFFA-4C8F-BB8E-392DD1756794}" sibTransId="{16F5F8CE-861E-4FFF-867D-22476C8D4A41}"/>
    <dgm:cxn modelId="{79125616-0EA2-40DB-871F-E72518A9B284}" type="presOf" srcId="{6B2FA193-F386-41D7-A7FF-6ECEBB460CD1}" destId="{32CADB6C-F86A-4C8B-8106-D1D4A181F021}" srcOrd="0" destOrd="0" presId="urn:microsoft.com/office/officeart/2005/8/layout/vList6"/>
    <dgm:cxn modelId="{62A19319-F758-4CB9-9247-CCEA8D7F5788}" type="presOf" srcId="{6D9BF940-37BD-44E6-ABA2-406636AC59A6}" destId="{75413CE6-958B-46E6-8D5E-79EE87FCCEED}" srcOrd="0" destOrd="1" presId="urn:microsoft.com/office/officeart/2005/8/layout/vList6"/>
    <dgm:cxn modelId="{4B52C31C-0D01-432B-904E-E394FCD3709A}" type="presOf" srcId="{4A19D563-A00B-44C9-A7BA-5569AE22C92D}" destId="{0AAA64C7-0A6D-4A62-AF6B-743C30D0401E}" srcOrd="0" destOrd="1" presId="urn:microsoft.com/office/officeart/2005/8/layout/vList6"/>
    <dgm:cxn modelId="{11E5682C-4677-4E16-ACDC-2B2587AE660D}" srcId="{6B2FA193-F386-41D7-A7FF-6ECEBB460CD1}" destId="{64B6A59B-105D-4195-BACA-3725B38D3457}" srcOrd="1" destOrd="0" parTransId="{73C6D899-9431-4950-B167-F067EE682E6F}" sibTransId="{0DBE3EC1-7E33-4F23-8CB0-4A61A59A09D9}"/>
    <dgm:cxn modelId="{72399E35-B10F-4345-B583-C852E08261C3}" type="presOf" srcId="{00C05E24-D17B-4C6A-BA04-0CB27CA0AC80}" destId="{0AAA64C7-0A6D-4A62-AF6B-743C30D0401E}" srcOrd="0" destOrd="2" presId="urn:microsoft.com/office/officeart/2005/8/layout/vList6"/>
    <dgm:cxn modelId="{633CD135-F634-4B4D-AC11-432506309054}" type="presOf" srcId="{605EDC9B-CCAE-4C66-BDA6-C7DA6AFE8211}" destId="{0AAA64C7-0A6D-4A62-AF6B-743C30D0401E}" srcOrd="0" destOrd="0" presId="urn:microsoft.com/office/officeart/2005/8/layout/vList6"/>
    <dgm:cxn modelId="{FB2EB43F-E020-4389-8DEB-EF10C7077B7D}" srcId="{77185513-95A4-468B-8F96-8486B2351040}" destId="{E658561B-6E11-4F34-ADDF-5F9DF88A161A}" srcOrd="0" destOrd="0" parTransId="{6AC59462-BFC1-48A3-8CBB-9411EC196B2E}" sibTransId="{D8518980-109B-4831-985E-C79B644FF6D9}"/>
    <dgm:cxn modelId="{5C4A0861-92A0-452B-9514-3A5B37868E12}" type="presOf" srcId="{E658561B-6E11-4F34-ADDF-5F9DF88A161A}" destId="{75413CE6-958B-46E6-8D5E-79EE87FCCEED}" srcOrd="0" destOrd="0" presId="urn:microsoft.com/office/officeart/2005/8/layout/vList6"/>
    <dgm:cxn modelId="{B8DA9870-0BE4-4A1A-8614-E2F711FB261C}" type="presOf" srcId="{77185513-95A4-468B-8F96-8486B2351040}" destId="{BFFBFFF0-3291-460F-B6EF-DEF936503466}" srcOrd="0" destOrd="0" presId="urn:microsoft.com/office/officeart/2005/8/layout/vList6"/>
    <dgm:cxn modelId="{95612053-13C0-46C4-977A-E4D89D077D93}" type="presOf" srcId="{4B3E6411-8761-4CEE-8803-8982346F15FB}" destId="{75413CE6-958B-46E6-8D5E-79EE87FCCEED}" srcOrd="0" destOrd="2" presId="urn:microsoft.com/office/officeart/2005/8/layout/vList6"/>
    <dgm:cxn modelId="{1181F09A-1F28-4B46-8606-227E00A7B64F}" srcId="{64B6A59B-105D-4195-BACA-3725B38D3457}" destId="{4A19D563-A00B-44C9-A7BA-5569AE22C92D}" srcOrd="1" destOrd="0" parTransId="{126534A1-5A29-4469-B9A7-36CDE57DAEDB}" sibTransId="{1E01F470-A196-4911-AC5C-30F82F101CB5}"/>
    <dgm:cxn modelId="{DC27C1A3-1516-44D4-A779-C43E93459178}" srcId="{64B6A59B-105D-4195-BACA-3725B38D3457}" destId="{00C05E24-D17B-4C6A-BA04-0CB27CA0AC80}" srcOrd="2" destOrd="0" parTransId="{1710AE74-A5AC-44A6-9A81-774081D0AACF}" sibTransId="{44478BA8-618F-49BB-BEBB-9BA4A7C2EE32}"/>
    <dgm:cxn modelId="{EDC340BA-EBA6-4A0D-9153-A9777952E015}" srcId="{6B2FA193-F386-41D7-A7FF-6ECEBB460CD1}" destId="{77185513-95A4-468B-8F96-8486B2351040}" srcOrd="0" destOrd="0" parTransId="{221D85F9-8682-48FC-8CAD-2536FA6332FF}" sibTransId="{628B8D5F-536B-4204-9482-D0BEFC9C6B36}"/>
    <dgm:cxn modelId="{CE883EE7-F877-4817-9F01-6A6A1D286D8E}" srcId="{77185513-95A4-468B-8F96-8486B2351040}" destId="{4B3E6411-8761-4CEE-8803-8982346F15FB}" srcOrd="2" destOrd="0" parTransId="{D5091518-4FC4-48AB-8B68-BA1BF21F7676}" sibTransId="{64AFD7A1-A6D0-4181-AB06-A74C5FD4A6F0}"/>
    <dgm:cxn modelId="{C1B08CFE-9348-4FE2-A134-095598C92025}" srcId="{64B6A59B-105D-4195-BACA-3725B38D3457}" destId="{605EDC9B-CCAE-4C66-BDA6-C7DA6AFE8211}" srcOrd="0" destOrd="0" parTransId="{E883A5C2-58E6-4DFD-AFF0-C954BE3C08EC}" sibTransId="{A63E1743-985D-43D1-9A07-13D97831E0B0}"/>
    <dgm:cxn modelId="{9FFFB9FC-53D3-437A-AEB1-6E3E4AF90006}" type="presParOf" srcId="{32CADB6C-F86A-4C8B-8106-D1D4A181F021}" destId="{B248D6A8-1693-43E3-927E-FB8597FCD770}" srcOrd="0" destOrd="0" presId="urn:microsoft.com/office/officeart/2005/8/layout/vList6"/>
    <dgm:cxn modelId="{F8CD9422-FF2D-4198-82A2-D3E6F6B389B5}" type="presParOf" srcId="{B248D6A8-1693-43E3-927E-FB8597FCD770}" destId="{BFFBFFF0-3291-460F-B6EF-DEF936503466}" srcOrd="0" destOrd="0" presId="urn:microsoft.com/office/officeart/2005/8/layout/vList6"/>
    <dgm:cxn modelId="{ABDE3C9D-32EB-411F-8215-4089C7D79EC6}" type="presParOf" srcId="{B248D6A8-1693-43E3-927E-FB8597FCD770}" destId="{75413CE6-958B-46E6-8D5E-79EE87FCCEED}" srcOrd="1" destOrd="0" presId="urn:microsoft.com/office/officeart/2005/8/layout/vList6"/>
    <dgm:cxn modelId="{487373F6-AAF1-4554-A085-1254F0B41353}" type="presParOf" srcId="{32CADB6C-F86A-4C8B-8106-D1D4A181F021}" destId="{8C5FB5D5-8295-4803-9090-F9BF8AABE01B}" srcOrd="1" destOrd="0" presId="urn:microsoft.com/office/officeart/2005/8/layout/vList6"/>
    <dgm:cxn modelId="{79DABEF1-70C2-44F6-A446-74B13889AFC5}" type="presParOf" srcId="{32CADB6C-F86A-4C8B-8106-D1D4A181F021}" destId="{B2881DCC-1209-4E33-A046-2A30A7605146}" srcOrd="2" destOrd="0" presId="urn:microsoft.com/office/officeart/2005/8/layout/vList6"/>
    <dgm:cxn modelId="{B887FF56-8F79-4997-B579-1F8EC808D18B}" type="presParOf" srcId="{B2881DCC-1209-4E33-A046-2A30A7605146}" destId="{01AFC1A5-E9C0-4FC4-82A9-C250DF9A28AA}" srcOrd="0" destOrd="0" presId="urn:microsoft.com/office/officeart/2005/8/layout/vList6"/>
    <dgm:cxn modelId="{2D3003A8-D7BA-45B2-B6A3-3685F94D0013}" type="presParOf" srcId="{B2881DCC-1209-4E33-A046-2A30A7605146}" destId="{0AAA64C7-0A6D-4A62-AF6B-743C30D0401E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6E4088-252F-4BE1-B4D9-E170CFED02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4385ED6-FD35-4C22-88ED-B093E21F0463}">
      <dgm:prSet phldrT="[Текст]"/>
      <dgm:spPr/>
      <dgm:t>
        <a:bodyPr/>
        <a:lstStyle/>
        <a:p>
          <a:r>
            <a:rPr lang="ru-RU" dirty="0"/>
            <a:t>Государство А</a:t>
          </a:r>
        </a:p>
      </dgm:t>
    </dgm:pt>
    <dgm:pt modelId="{21F6DA1E-B1A7-43A7-811E-00CB5F59692A}" type="parTrans" cxnId="{760191ED-880E-4501-BDFB-2FAD0AC201C9}">
      <dgm:prSet/>
      <dgm:spPr/>
      <dgm:t>
        <a:bodyPr/>
        <a:lstStyle/>
        <a:p>
          <a:endParaRPr lang="ru-RU"/>
        </a:p>
      </dgm:t>
    </dgm:pt>
    <dgm:pt modelId="{D663995C-3F9A-4DAD-8B9C-B11E1D8CF648}" type="sibTrans" cxnId="{760191ED-880E-4501-BDFB-2FAD0AC201C9}">
      <dgm:prSet/>
      <dgm:spPr/>
      <dgm:t>
        <a:bodyPr/>
        <a:lstStyle/>
        <a:p>
          <a:endParaRPr lang="ru-RU"/>
        </a:p>
      </dgm:t>
    </dgm:pt>
    <dgm:pt modelId="{4293D5DB-1DD4-4693-B080-C997F1731174}">
      <dgm:prSet phldrT="[Текст]"/>
      <dgm:spPr/>
      <dgm:t>
        <a:bodyPr/>
        <a:lstStyle/>
        <a:p>
          <a:r>
            <a:rPr lang="ru-RU" dirty="0"/>
            <a:t>ГРАНИЦА</a:t>
          </a:r>
        </a:p>
      </dgm:t>
    </dgm:pt>
    <dgm:pt modelId="{6037B98E-21F5-482F-BDC0-C52D62BBA456}" type="parTrans" cxnId="{057FFA9C-D8BE-4EFE-931B-1A20F3B95EB9}">
      <dgm:prSet/>
      <dgm:spPr/>
      <dgm:t>
        <a:bodyPr/>
        <a:lstStyle/>
        <a:p>
          <a:endParaRPr lang="ru-RU"/>
        </a:p>
      </dgm:t>
    </dgm:pt>
    <dgm:pt modelId="{32930C93-DC58-4B86-A52A-B5F655CCA79A}" type="sibTrans" cxnId="{057FFA9C-D8BE-4EFE-931B-1A20F3B95EB9}">
      <dgm:prSet/>
      <dgm:spPr/>
      <dgm:t>
        <a:bodyPr/>
        <a:lstStyle/>
        <a:p>
          <a:endParaRPr lang="ru-RU"/>
        </a:p>
      </dgm:t>
    </dgm:pt>
    <dgm:pt modelId="{09861506-36C1-4DB3-90D3-38FD82B0F3AD}">
      <dgm:prSet phldrT="[Текст]"/>
      <dgm:spPr>
        <a:solidFill>
          <a:srgbClr val="FFC000"/>
        </a:solidFill>
      </dgm:spPr>
      <dgm:t>
        <a:bodyPr/>
        <a:lstStyle/>
        <a:p>
          <a:r>
            <a:rPr lang="ru-RU" dirty="0"/>
            <a:t>Государство В</a:t>
          </a:r>
        </a:p>
      </dgm:t>
    </dgm:pt>
    <dgm:pt modelId="{E7C0F77A-A887-4A9C-A410-7ADDB42AD50C}" type="parTrans" cxnId="{643AB7FE-7FF7-40E2-8F6A-997872B51CA3}">
      <dgm:prSet/>
      <dgm:spPr/>
      <dgm:t>
        <a:bodyPr/>
        <a:lstStyle/>
        <a:p>
          <a:endParaRPr lang="ru-RU"/>
        </a:p>
      </dgm:t>
    </dgm:pt>
    <dgm:pt modelId="{CE596B30-990D-47CC-B9FC-3C230808D48B}" type="sibTrans" cxnId="{643AB7FE-7FF7-40E2-8F6A-997872B51CA3}">
      <dgm:prSet/>
      <dgm:spPr/>
      <dgm:t>
        <a:bodyPr/>
        <a:lstStyle/>
        <a:p>
          <a:endParaRPr lang="ru-RU"/>
        </a:p>
      </dgm:t>
    </dgm:pt>
    <dgm:pt modelId="{38CA7281-FAC0-423F-BBEC-BAB21D2FBBC9}" type="pres">
      <dgm:prSet presAssocID="{1B6E4088-252F-4BE1-B4D9-E170CFED02A8}" presName="linear" presStyleCnt="0">
        <dgm:presLayoutVars>
          <dgm:animLvl val="lvl"/>
          <dgm:resizeHandles val="exact"/>
        </dgm:presLayoutVars>
      </dgm:prSet>
      <dgm:spPr/>
    </dgm:pt>
    <dgm:pt modelId="{55D4F420-58B7-4AFD-A633-5B401E5033C2}" type="pres">
      <dgm:prSet presAssocID="{C4385ED6-FD35-4C22-88ED-B093E21F0463}" presName="parentText" presStyleLbl="node1" presStyleIdx="0" presStyleCnt="2" custLinFactNeighborX="-2403" custLinFactNeighborY="-34211">
        <dgm:presLayoutVars>
          <dgm:chMax val="0"/>
          <dgm:bulletEnabled val="1"/>
        </dgm:presLayoutVars>
      </dgm:prSet>
      <dgm:spPr/>
    </dgm:pt>
    <dgm:pt modelId="{01EF8158-6B93-4503-83B3-4FE32B04288E}" type="pres">
      <dgm:prSet presAssocID="{C4385ED6-FD35-4C22-88ED-B093E21F0463}" presName="childText" presStyleLbl="revTx" presStyleIdx="0" presStyleCnt="1">
        <dgm:presLayoutVars>
          <dgm:bulletEnabled val="1"/>
        </dgm:presLayoutVars>
      </dgm:prSet>
      <dgm:spPr/>
    </dgm:pt>
    <dgm:pt modelId="{A4004F75-2E44-42F8-A22A-5C33B1571F8F}" type="pres">
      <dgm:prSet presAssocID="{09861506-36C1-4DB3-90D3-38FD82B0F3A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D894C22-1A58-4819-9B32-8FFFD92DC873}" type="presOf" srcId="{C4385ED6-FD35-4C22-88ED-B093E21F0463}" destId="{55D4F420-58B7-4AFD-A633-5B401E5033C2}" srcOrd="0" destOrd="0" presId="urn:microsoft.com/office/officeart/2005/8/layout/vList2"/>
    <dgm:cxn modelId="{D2D85156-E047-4FA4-8CF7-3A705DA5CC82}" type="presOf" srcId="{1B6E4088-252F-4BE1-B4D9-E170CFED02A8}" destId="{38CA7281-FAC0-423F-BBEC-BAB21D2FBBC9}" srcOrd="0" destOrd="0" presId="urn:microsoft.com/office/officeart/2005/8/layout/vList2"/>
    <dgm:cxn modelId="{A5561284-BEA9-4DEE-9FB6-AAD27FE17087}" type="presOf" srcId="{4293D5DB-1DD4-4693-B080-C997F1731174}" destId="{01EF8158-6B93-4503-83B3-4FE32B04288E}" srcOrd="0" destOrd="0" presId="urn:microsoft.com/office/officeart/2005/8/layout/vList2"/>
    <dgm:cxn modelId="{057FFA9C-D8BE-4EFE-931B-1A20F3B95EB9}" srcId="{C4385ED6-FD35-4C22-88ED-B093E21F0463}" destId="{4293D5DB-1DD4-4693-B080-C997F1731174}" srcOrd="0" destOrd="0" parTransId="{6037B98E-21F5-482F-BDC0-C52D62BBA456}" sibTransId="{32930C93-DC58-4B86-A52A-B5F655CCA79A}"/>
    <dgm:cxn modelId="{13B550BF-139C-4E7C-9F0C-14081F1EB531}" type="presOf" srcId="{09861506-36C1-4DB3-90D3-38FD82B0F3AD}" destId="{A4004F75-2E44-42F8-A22A-5C33B1571F8F}" srcOrd="0" destOrd="0" presId="urn:microsoft.com/office/officeart/2005/8/layout/vList2"/>
    <dgm:cxn modelId="{760191ED-880E-4501-BDFB-2FAD0AC201C9}" srcId="{1B6E4088-252F-4BE1-B4D9-E170CFED02A8}" destId="{C4385ED6-FD35-4C22-88ED-B093E21F0463}" srcOrd="0" destOrd="0" parTransId="{21F6DA1E-B1A7-43A7-811E-00CB5F59692A}" sibTransId="{D663995C-3F9A-4DAD-8B9C-B11E1D8CF648}"/>
    <dgm:cxn modelId="{643AB7FE-7FF7-40E2-8F6A-997872B51CA3}" srcId="{1B6E4088-252F-4BE1-B4D9-E170CFED02A8}" destId="{09861506-36C1-4DB3-90D3-38FD82B0F3AD}" srcOrd="1" destOrd="0" parTransId="{E7C0F77A-A887-4A9C-A410-7ADDB42AD50C}" sibTransId="{CE596B30-990D-47CC-B9FC-3C230808D48B}"/>
    <dgm:cxn modelId="{1CAF4C65-5519-415F-9E04-E20CAB8ED0B9}" type="presParOf" srcId="{38CA7281-FAC0-423F-BBEC-BAB21D2FBBC9}" destId="{55D4F420-58B7-4AFD-A633-5B401E5033C2}" srcOrd="0" destOrd="0" presId="urn:microsoft.com/office/officeart/2005/8/layout/vList2"/>
    <dgm:cxn modelId="{B5DCFB96-E341-4A3C-A6CD-23792AC91625}" type="presParOf" srcId="{38CA7281-FAC0-423F-BBEC-BAB21D2FBBC9}" destId="{01EF8158-6B93-4503-83B3-4FE32B04288E}" srcOrd="1" destOrd="0" presId="urn:microsoft.com/office/officeart/2005/8/layout/vList2"/>
    <dgm:cxn modelId="{DB912701-CED0-499C-83E0-165106883747}" type="presParOf" srcId="{38CA7281-FAC0-423F-BBEC-BAB21D2FBBC9}" destId="{A4004F75-2E44-42F8-A22A-5C33B1571F8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5BD18-A138-495D-B3B6-4CB0493CD4BD}">
      <dsp:nvSpPr>
        <dsp:cNvPr id="0" name=""/>
        <dsp:cNvSpPr/>
      </dsp:nvSpPr>
      <dsp:spPr>
        <a:xfrm>
          <a:off x="2683783" y="490338"/>
          <a:ext cx="5997025" cy="5997025"/>
        </a:xfrm>
        <a:prstGeom prst="blockArc">
          <a:avLst>
            <a:gd name="adj1" fmla="val 14259271"/>
            <a:gd name="adj2" fmla="val 16230389"/>
            <a:gd name="adj3" fmla="val 251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F1E14-1ACA-4D24-AF53-86CD159AA2F7}">
      <dsp:nvSpPr>
        <dsp:cNvPr id="0" name=""/>
        <dsp:cNvSpPr/>
      </dsp:nvSpPr>
      <dsp:spPr>
        <a:xfrm>
          <a:off x="2720747" y="466543"/>
          <a:ext cx="5997025" cy="5997025"/>
        </a:xfrm>
        <a:prstGeom prst="blockArc">
          <a:avLst>
            <a:gd name="adj1" fmla="val 12242268"/>
            <a:gd name="adj2" fmla="val 14208228"/>
            <a:gd name="adj3" fmla="val 251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6E5A1-29CD-4432-B98B-C42143E4D471}">
      <dsp:nvSpPr>
        <dsp:cNvPr id="0" name=""/>
        <dsp:cNvSpPr/>
      </dsp:nvSpPr>
      <dsp:spPr>
        <a:xfrm>
          <a:off x="2709955" y="490453"/>
          <a:ext cx="5997025" cy="5997025"/>
        </a:xfrm>
        <a:prstGeom prst="blockArc">
          <a:avLst>
            <a:gd name="adj1" fmla="val 10309091"/>
            <a:gd name="adj2" fmla="val 12272727"/>
            <a:gd name="adj3" fmla="val 251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1AA3C-ACE0-4511-80BE-704B73778175}">
      <dsp:nvSpPr>
        <dsp:cNvPr id="0" name=""/>
        <dsp:cNvSpPr/>
      </dsp:nvSpPr>
      <dsp:spPr>
        <a:xfrm>
          <a:off x="2709955" y="490453"/>
          <a:ext cx="5997025" cy="5997025"/>
        </a:xfrm>
        <a:prstGeom prst="blockArc">
          <a:avLst>
            <a:gd name="adj1" fmla="val 8345455"/>
            <a:gd name="adj2" fmla="val 10309091"/>
            <a:gd name="adj3" fmla="val 251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3EBFE-B0BD-459C-A44A-0AA2CE83C262}">
      <dsp:nvSpPr>
        <dsp:cNvPr id="0" name=""/>
        <dsp:cNvSpPr/>
      </dsp:nvSpPr>
      <dsp:spPr>
        <a:xfrm>
          <a:off x="2476224" y="292391"/>
          <a:ext cx="5997025" cy="5997025"/>
        </a:xfrm>
        <a:prstGeom prst="blockArc">
          <a:avLst>
            <a:gd name="adj1" fmla="val 5978671"/>
            <a:gd name="adj2" fmla="val 7845207"/>
            <a:gd name="adj3" fmla="val 2516"/>
          </a:avLst>
        </a:prstGeom>
        <a:blipFill rotWithShape="0">
          <a:blip xmlns:r="http://schemas.openxmlformats.org/officeDocument/2006/relationships" r:embed="rId1"/>
          <a:srcRect/>
          <a:stretch>
            <a:fillRect l="-5000" r="-5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4A7C2-E2F6-48B8-A147-B6607DD217B9}">
      <dsp:nvSpPr>
        <dsp:cNvPr id="0" name=""/>
        <dsp:cNvSpPr/>
      </dsp:nvSpPr>
      <dsp:spPr>
        <a:xfrm>
          <a:off x="3115762" y="401669"/>
          <a:ext cx="5997025" cy="5997025"/>
        </a:xfrm>
        <a:prstGeom prst="blockArc">
          <a:avLst>
            <a:gd name="adj1" fmla="val 4900901"/>
            <a:gd name="adj2" fmla="val 6843020"/>
            <a:gd name="adj3" fmla="val 251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CAFAD-507D-45FB-9DB3-953FD4D5069B}">
      <dsp:nvSpPr>
        <dsp:cNvPr id="0" name=""/>
        <dsp:cNvSpPr/>
      </dsp:nvSpPr>
      <dsp:spPr>
        <a:xfrm>
          <a:off x="2709955" y="490453"/>
          <a:ext cx="5997025" cy="5997025"/>
        </a:xfrm>
        <a:prstGeom prst="blockArc">
          <a:avLst>
            <a:gd name="adj1" fmla="val 2454545"/>
            <a:gd name="adj2" fmla="val 4418182"/>
            <a:gd name="adj3" fmla="val 251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FBE73-92AE-4A61-AAD1-7B3CB10D314C}">
      <dsp:nvSpPr>
        <dsp:cNvPr id="0" name=""/>
        <dsp:cNvSpPr/>
      </dsp:nvSpPr>
      <dsp:spPr>
        <a:xfrm>
          <a:off x="2709955" y="490453"/>
          <a:ext cx="5997025" cy="5997025"/>
        </a:xfrm>
        <a:prstGeom prst="blockArc">
          <a:avLst>
            <a:gd name="adj1" fmla="val 490909"/>
            <a:gd name="adj2" fmla="val 2454545"/>
            <a:gd name="adj3" fmla="val 251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10CD0-C05E-40C5-9287-C3B16168DB55}">
      <dsp:nvSpPr>
        <dsp:cNvPr id="0" name=""/>
        <dsp:cNvSpPr/>
      </dsp:nvSpPr>
      <dsp:spPr>
        <a:xfrm>
          <a:off x="2709955" y="490453"/>
          <a:ext cx="5997025" cy="5997025"/>
        </a:xfrm>
        <a:prstGeom prst="blockArc">
          <a:avLst>
            <a:gd name="adj1" fmla="val 20127273"/>
            <a:gd name="adj2" fmla="val 490909"/>
            <a:gd name="adj3" fmla="val 251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1ABCD-18EB-4EAF-8390-418100EC8202}">
      <dsp:nvSpPr>
        <dsp:cNvPr id="0" name=""/>
        <dsp:cNvSpPr/>
      </dsp:nvSpPr>
      <dsp:spPr>
        <a:xfrm>
          <a:off x="2709955" y="490453"/>
          <a:ext cx="5997025" cy="5997025"/>
        </a:xfrm>
        <a:prstGeom prst="blockArc">
          <a:avLst>
            <a:gd name="adj1" fmla="val 18163636"/>
            <a:gd name="adj2" fmla="val 20127273"/>
            <a:gd name="adj3" fmla="val 251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5E27D-1742-443F-AA6F-A8BB0B47DC29}">
      <dsp:nvSpPr>
        <dsp:cNvPr id="0" name=""/>
        <dsp:cNvSpPr/>
      </dsp:nvSpPr>
      <dsp:spPr>
        <a:xfrm>
          <a:off x="2709955" y="490453"/>
          <a:ext cx="5997025" cy="5997025"/>
        </a:xfrm>
        <a:prstGeom prst="blockArc">
          <a:avLst>
            <a:gd name="adj1" fmla="val 16200000"/>
            <a:gd name="adj2" fmla="val 18163636"/>
            <a:gd name="adj3" fmla="val 251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4FCBC-2C66-4F58-8728-15453B3F0631}">
      <dsp:nvSpPr>
        <dsp:cNvPr id="0" name=""/>
        <dsp:cNvSpPr/>
      </dsp:nvSpPr>
      <dsp:spPr>
        <a:xfrm>
          <a:off x="4960068" y="2740566"/>
          <a:ext cx="1496800" cy="14968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Структура </a:t>
          </a:r>
          <a:br>
            <a:rPr lang="ru-RU" sz="1800" kern="1200" dirty="0"/>
          </a:br>
          <a:r>
            <a:rPr lang="ru-RU" sz="1800" kern="1200" dirty="0"/>
            <a:t>личности</a:t>
          </a:r>
        </a:p>
      </dsp:txBody>
      <dsp:txXfrm>
        <a:off x="5179269" y="2959767"/>
        <a:ext cx="1058398" cy="1058398"/>
      </dsp:txXfrm>
    </dsp:sp>
    <dsp:sp modelId="{D5151CBC-FD30-4F85-8439-EE9B3E9ACA27}">
      <dsp:nvSpPr>
        <dsp:cNvPr id="0" name=""/>
        <dsp:cNvSpPr/>
      </dsp:nvSpPr>
      <dsp:spPr>
        <a:xfrm>
          <a:off x="5184588" y="4293"/>
          <a:ext cx="1047760" cy="1047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Ожи</a:t>
          </a:r>
          <a:br>
            <a:rPr lang="ru-RU" sz="1800" kern="1200" dirty="0"/>
          </a:br>
          <a:r>
            <a:rPr lang="ru-RU" sz="1800" kern="1200" dirty="0" err="1"/>
            <a:t>дания</a:t>
          </a:r>
          <a:endParaRPr lang="ru-RU" sz="1800" kern="1200" dirty="0"/>
        </a:p>
      </dsp:txBody>
      <dsp:txXfrm>
        <a:off x="5338029" y="157734"/>
        <a:ext cx="740878" cy="740878"/>
      </dsp:txXfrm>
    </dsp:sp>
    <dsp:sp modelId="{70B3CC30-B32F-4351-8514-A9D09D29B89B}">
      <dsp:nvSpPr>
        <dsp:cNvPr id="0" name=""/>
        <dsp:cNvSpPr/>
      </dsp:nvSpPr>
      <dsp:spPr>
        <a:xfrm>
          <a:off x="6785313" y="474308"/>
          <a:ext cx="1047760" cy="1047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Убеж</a:t>
          </a:r>
          <a:br>
            <a:rPr lang="ru-RU" sz="1800" kern="1200" dirty="0"/>
          </a:br>
          <a:r>
            <a:rPr lang="ru-RU" sz="1800" kern="1200" dirty="0" err="1"/>
            <a:t>дения</a:t>
          </a:r>
          <a:endParaRPr lang="ru-RU" sz="1800" kern="1200" dirty="0"/>
        </a:p>
      </dsp:txBody>
      <dsp:txXfrm>
        <a:off x="6938754" y="627749"/>
        <a:ext cx="740878" cy="740878"/>
      </dsp:txXfrm>
    </dsp:sp>
    <dsp:sp modelId="{296B6985-F7BC-462F-94F1-638AFB2676AF}">
      <dsp:nvSpPr>
        <dsp:cNvPr id="0" name=""/>
        <dsp:cNvSpPr/>
      </dsp:nvSpPr>
      <dsp:spPr>
        <a:xfrm>
          <a:off x="7877820" y="1735128"/>
          <a:ext cx="1047760" cy="1047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Воспомина</a:t>
          </a:r>
          <a:br>
            <a:rPr lang="ru-RU" sz="1800" kern="1200" dirty="0"/>
          </a:br>
          <a:r>
            <a:rPr lang="ru-RU" sz="1800" kern="1200" dirty="0" err="1"/>
            <a:t>ния</a:t>
          </a:r>
          <a:endParaRPr lang="ru-RU" sz="1800" kern="1200" dirty="0"/>
        </a:p>
      </dsp:txBody>
      <dsp:txXfrm>
        <a:off x="8031261" y="1888569"/>
        <a:ext cx="740878" cy="740878"/>
      </dsp:txXfrm>
    </dsp:sp>
    <dsp:sp modelId="{C84D8A60-236F-49E6-B3C9-B5094316C105}">
      <dsp:nvSpPr>
        <dsp:cNvPr id="0" name=""/>
        <dsp:cNvSpPr/>
      </dsp:nvSpPr>
      <dsp:spPr>
        <a:xfrm>
          <a:off x="8115244" y="3386451"/>
          <a:ext cx="1047760" cy="1047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Оценки </a:t>
          </a:r>
          <a:r>
            <a:rPr lang="ru-RU" sz="1800" kern="1200" dirty="0" err="1"/>
            <a:t>сужде</a:t>
          </a:r>
          <a:br>
            <a:rPr lang="ru-RU" sz="1800" kern="1200" dirty="0"/>
          </a:br>
          <a:r>
            <a:rPr lang="ru-RU" sz="1800" kern="1200" dirty="0" err="1"/>
            <a:t>ния</a:t>
          </a:r>
          <a:endParaRPr lang="ru-RU" sz="1800" kern="1200" dirty="0"/>
        </a:p>
      </dsp:txBody>
      <dsp:txXfrm>
        <a:off x="8268685" y="3539892"/>
        <a:ext cx="740878" cy="740878"/>
      </dsp:txXfrm>
    </dsp:sp>
    <dsp:sp modelId="{BEBB5ACF-CB8E-4B61-A91D-591630B343CC}">
      <dsp:nvSpPr>
        <dsp:cNvPr id="0" name=""/>
        <dsp:cNvSpPr/>
      </dsp:nvSpPr>
      <dsp:spPr>
        <a:xfrm>
          <a:off x="7422206" y="4903993"/>
          <a:ext cx="1047760" cy="1047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Интерпрета</a:t>
          </a:r>
          <a:br>
            <a:rPr lang="ru-RU" sz="1800" kern="1200" dirty="0"/>
          </a:br>
          <a:r>
            <a:rPr lang="ru-RU" sz="1800" kern="1200" dirty="0" err="1"/>
            <a:t>ции</a:t>
          </a:r>
          <a:endParaRPr lang="ru-RU" sz="1800" kern="1200" dirty="0"/>
        </a:p>
      </dsp:txBody>
      <dsp:txXfrm>
        <a:off x="7575647" y="5057434"/>
        <a:ext cx="740878" cy="740878"/>
      </dsp:txXfrm>
    </dsp:sp>
    <dsp:sp modelId="{F2732F7A-1651-4DAF-8B14-109307C3C310}">
      <dsp:nvSpPr>
        <dsp:cNvPr id="0" name=""/>
        <dsp:cNvSpPr/>
      </dsp:nvSpPr>
      <dsp:spPr>
        <a:xfrm>
          <a:off x="6018740" y="5805946"/>
          <a:ext cx="1047760" cy="1047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Цен</a:t>
          </a:r>
          <a:br>
            <a:rPr lang="ru-RU" sz="1800" kern="1200" dirty="0"/>
          </a:br>
          <a:r>
            <a:rPr lang="ru-RU" sz="1800" kern="1200" dirty="0" err="1"/>
            <a:t>ности</a:t>
          </a:r>
          <a:endParaRPr lang="ru-RU" sz="1800" kern="1200" dirty="0"/>
        </a:p>
      </dsp:txBody>
      <dsp:txXfrm>
        <a:off x="6172181" y="5959387"/>
        <a:ext cx="740878" cy="740878"/>
      </dsp:txXfrm>
    </dsp:sp>
    <dsp:sp modelId="{D3E24C1F-5087-4A55-95D1-3F1A4ADFBE4F}">
      <dsp:nvSpPr>
        <dsp:cNvPr id="0" name=""/>
        <dsp:cNvSpPr/>
      </dsp:nvSpPr>
      <dsp:spPr>
        <a:xfrm>
          <a:off x="4383755" y="5580062"/>
          <a:ext cx="1047760" cy="1047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Обеты, клятвы</a:t>
          </a:r>
        </a:p>
      </dsp:txBody>
      <dsp:txXfrm>
        <a:off x="4537196" y="5733503"/>
        <a:ext cx="740878" cy="740878"/>
      </dsp:txXfrm>
    </dsp:sp>
    <dsp:sp modelId="{E179FE5B-D61A-4D93-B8DC-A8F68D00C768}">
      <dsp:nvSpPr>
        <dsp:cNvPr id="0" name=""/>
        <dsp:cNvSpPr/>
      </dsp:nvSpPr>
      <dsp:spPr>
        <a:xfrm>
          <a:off x="2946970" y="4903993"/>
          <a:ext cx="1047760" cy="1047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Драй</a:t>
          </a:r>
          <a:br>
            <a:rPr lang="ru-RU" sz="2000" kern="1200" dirty="0"/>
          </a:br>
          <a:r>
            <a:rPr lang="ru-RU" sz="2000" kern="1200" dirty="0"/>
            <a:t>веры</a:t>
          </a:r>
        </a:p>
      </dsp:txBody>
      <dsp:txXfrm>
        <a:off x="3100411" y="5057434"/>
        <a:ext cx="740878" cy="740878"/>
      </dsp:txXfrm>
    </dsp:sp>
    <dsp:sp modelId="{07E713BD-0DE3-4F25-9F84-E9424B47CC9E}">
      <dsp:nvSpPr>
        <dsp:cNvPr id="0" name=""/>
        <dsp:cNvSpPr/>
      </dsp:nvSpPr>
      <dsp:spPr>
        <a:xfrm>
          <a:off x="2253931" y="3386451"/>
          <a:ext cx="1047760" cy="1047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 err="1"/>
            <a:t>Самооцен</a:t>
          </a:r>
          <a:br>
            <a:rPr lang="ru-RU" sz="2000" kern="1200" dirty="0"/>
          </a:br>
          <a:r>
            <a:rPr lang="ru-RU" sz="2000" kern="1200" dirty="0"/>
            <a:t>ка</a:t>
          </a:r>
        </a:p>
      </dsp:txBody>
      <dsp:txXfrm>
        <a:off x="2407372" y="3539892"/>
        <a:ext cx="740878" cy="740878"/>
      </dsp:txXfrm>
    </dsp:sp>
    <dsp:sp modelId="{27121678-9085-4D09-B40D-B22DB432FAD8}">
      <dsp:nvSpPr>
        <dsp:cNvPr id="0" name=""/>
        <dsp:cNvSpPr/>
      </dsp:nvSpPr>
      <dsp:spPr>
        <a:xfrm>
          <a:off x="2491356" y="1735128"/>
          <a:ext cx="1047760" cy="1047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Границы</a:t>
          </a:r>
        </a:p>
      </dsp:txBody>
      <dsp:txXfrm>
        <a:off x="2644797" y="1888569"/>
        <a:ext cx="740878" cy="740878"/>
      </dsp:txXfrm>
    </dsp:sp>
    <dsp:sp modelId="{4D787238-49EC-414E-ABC0-26456E3BA423}">
      <dsp:nvSpPr>
        <dsp:cNvPr id="0" name=""/>
        <dsp:cNvSpPr/>
      </dsp:nvSpPr>
      <dsp:spPr>
        <a:xfrm>
          <a:off x="3548914" y="486381"/>
          <a:ext cx="1098576" cy="10021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Драй</a:t>
          </a:r>
          <a:br>
            <a:rPr lang="ru-RU" sz="2000" kern="1200" dirty="0"/>
          </a:br>
          <a:r>
            <a:rPr lang="ru-RU" sz="2000" kern="1200" dirty="0"/>
            <a:t>веры</a:t>
          </a:r>
        </a:p>
      </dsp:txBody>
      <dsp:txXfrm>
        <a:off x="3709797" y="633144"/>
        <a:ext cx="776810" cy="7086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F4A48-2AF1-4988-9713-A26E5ABC3BE5}">
      <dsp:nvSpPr>
        <dsp:cNvPr id="0" name=""/>
        <dsp:cNvSpPr/>
      </dsp:nvSpPr>
      <dsp:spPr>
        <a:xfrm>
          <a:off x="149617" y="2062872"/>
          <a:ext cx="1973694" cy="132065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b="1" kern="1200" dirty="0"/>
            <a:t>учителей</a:t>
          </a:r>
          <a:r>
            <a:rPr lang="ru-RU" sz="1000" b="1" kern="1200" dirty="0"/>
            <a:t>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b="1" kern="1200" dirty="0"/>
            <a:t>родителей</a:t>
          </a:r>
        </a:p>
      </dsp:txBody>
      <dsp:txXfrm>
        <a:off x="643041" y="2260970"/>
        <a:ext cx="1018044" cy="924455"/>
      </dsp:txXfrm>
    </dsp:sp>
    <dsp:sp modelId="{B5648173-F299-45E7-8694-07870BD8E318}">
      <dsp:nvSpPr>
        <dsp:cNvPr id="0" name=""/>
        <dsp:cNvSpPr/>
      </dsp:nvSpPr>
      <dsp:spPr>
        <a:xfrm>
          <a:off x="3347" y="2345491"/>
          <a:ext cx="755411" cy="755411"/>
        </a:xfrm>
        <a:prstGeom prst="ellipse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1" kern="1200" dirty="0">
              <a:solidFill>
                <a:schemeClr val="tx1"/>
              </a:solidFill>
            </a:rPr>
            <a:t>Желания</a:t>
          </a:r>
        </a:p>
      </dsp:txBody>
      <dsp:txXfrm>
        <a:off x="113974" y="2456118"/>
        <a:ext cx="534157" cy="534157"/>
      </dsp:txXfrm>
    </dsp:sp>
    <dsp:sp modelId="{176D84B6-2D89-4CD6-AD32-BFD1251B9257}">
      <dsp:nvSpPr>
        <dsp:cNvPr id="0" name=""/>
        <dsp:cNvSpPr/>
      </dsp:nvSpPr>
      <dsp:spPr>
        <a:xfrm>
          <a:off x="2480577" y="2062872"/>
          <a:ext cx="1740559" cy="132065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Нарушение границ</a:t>
          </a:r>
        </a:p>
      </dsp:txBody>
      <dsp:txXfrm>
        <a:off x="2915716" y="2260970"/>
        <a:ext cx="848522" cy="924455"/>
      </dsp:txXfrm>
    </dsp:sp>
    <dsp:sp modelId="{4F8BAC09-00F8-465C-8F46-22680E9FC991}">
      <dsp:nvSpPr>
        <dsp:cNvPr id="0" name=""/>
        <dsp:cNvSpPr/>
      </dsp:nvSpPr>
      <dsp:spPr>
        <a:xfrm>
          <a:off x="2217739" y="2345491"/>
          <a:ext cx="755411" cy="755411"/>
        </a:xfrm>
        <a:prstGeom prst="ellipse">
          <a:avLst/>
        </a:prstGeom>
        <a:solidFill>
          <a:schemeClr val="bg2">
            <a:lumMod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действия</a:t>
          </a:r>
        </a:p>
      </dsp:txBody>
      <dsp:txXfrm>
        <a:off x="2328366" y="2456118"/>
        <a:ext cx="534157" cy="534157"/>
      </dsp:txXfrm>
    </dsp:sp>
    <dsp:sp modelId="{D53B790E-2224-4C4B-B28D-305680E347B4}">
      <dsp:nvSpPr>
        <dsp:cNvPr id="0" name=""/>
        <dsp:cNvSpPr/>
      </dsp:nvSpPr>
      <dsp:spPr>
        <a:xfrm>
          <a:off x="4587111" y="2057675"/>
          <a:ext cx="1694343" cy="131664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b="1" kern="1200" dirty="0"/>
            <a:t>гнев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b="1" kern="1200" dirty="0"/>
            <a:t>печаль</a:t>
          </a:r>
        </a:p>
      </dsp:txBody>
      <dsp:txXfrm>
        <a:off x="5010696" y="2255172"/>
        <a:ext cx="825992" cy="921654"/>
      </dsp:txXfrm>
    </dsp:sp>
    <dsp:sp modelId="{3DFA7077-C65F-4A89-A8AA-4A9DAA236776}">
      <dsp:nvSpPr>
        <dsp:cNvPr id="0" name=""/>
        <dsp:cNvSpPr/>
      </dsp:nvSpPr>
      <dsp:spPr>
        <a:xfrm>
          <a:off x="4315563" y="2345491"/>
          <a:ext cx="755411" cy="755411"/>
        </a:xfrm>
        <a:prstGeom prst="ellipse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чувства</a:t>
          </a:r>
        </a:p>
      </dsp:txBody>
      <dsp:txXfrm>
        <a:off x="4426190" y="2456118"/>
        <a:ext cx="534157" cy="5341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413CE6-958B-46E6-8D5E-79EE87FCCEED}">
      <dsp:nvSpPr>
        <dsp:cNvPr id="0" name=""/>
        <dsp:cNvSpPr/>
      </dsp:nvSpPr>
      <dsp:spPr>
        <a:xfrm>
          <a:off x="1465072" y="374"/>
          <a:ext cx="2197608" cy="146059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агрессия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злость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разбой</a:t>
          </a:r>
        </a:p>
      </dsp:txBody>
      <dsp:txXfrm>
        <a:off x="1465072" y="182949"/>
        <a:ext cx="1649885" cy="1095447"/>
      </dsp:txXfrm>
    </dsp:sp>
    <dsp:sp modelId="{BFFBFFF0-3291-460F-B6EF-DEF936503466}">
      <dsp:nvSpPr>
        <dsp:cNvPr id="0" name=""/>
        <dsp:cNvSpPr/>
      </dsp:nvSpPr>
      <dsp:spPr>
        <a:xfrm>
          <a:off x="0" y="374"/>
          <a:ext cx="1465072" cy="1460596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результат</a:t>
          </a:r>
        </a:p>
      </dsp:txBody>
      <dsp:txXfrm>
        <a:off x="71300" y="71674"/>
        <a:ext cx="1322472" cy="1317996"/>
      </dsp:txXfrm>
    </dsp:sp>
    <dsp:sp modelId="{0AAA64C7-0A6D-4A62-AF6B-743C30D0401E}">
      <dsp:nvSpPr>
        <dsp:cNvPr id="0" name=""/>
        <dsp:cNvSpPr/>
      </dsp:nvSpPr>
      <dsp:spPr>
        <a:xfrm>
          <a:off x="1465072" y="1607030"/>
          <a:ext cx="2197608" cy="146059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уныние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пассивность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вредные привычки</a:t>
          </a:r>
        </a:p>
      </dsp:txBody>
      <dsp:txXfrm>
        <a:off x="1465072" y="1789605"/>
        <a:ext cx="1649885" cy="1095447"/>
      </dsp:txXfrm>
    </dsp:sp>
    <dsp:sp modelId="{01AFC1A5-E9C0-4FC4-82A9-C250DF9A28AA}">
      <dsp:nvSpPr>
        <dsp:cNvPr id="0" name=""/>
        <dsp:cNvSpPr/>
      </dsp:nvSpPr>
      <dsp:spPr>
        <a:xfrm>
          <a:off x="0" y="1607030"/>
          <a:ext cx="1465072" cy="1460596"/>
        </a:xfrm>
        <a:prstGeom prst="round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результат</a:t>
          </a:r>
        </a:p>
      </dsp:txBody>
      <dsp:txXfrm>
        <a:off x="71300" y="1678330"/>
        <a:ext cx="1322472" cy="13179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4F420-58B7-4AFD-A633-5B401E5033C2}">
      <dsp:nvSpPr>
        <dsp:cNvPr id="0" name=""/>
        <dsp:cNvSpPr/>
      </dsp:nvSpPr>
      <dsp:spPr>
        <a:xfrm>
          <a:off x="0" y="0"/>
          <a:ext cx="10580458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500" kern="1200" dirty="0"/>
            <a:t>Государство А</a:t>
          </a:r>
        </a:p>
      </dsp:txBody>
      <dsp:txXfrm>
        <a:off x="64397" y="64397"/>
        <a:ext cx="10451664" cy="1190381"/>
      </dsp:txXfrm>
    </dsp:sp>
    <dsp:sp modelId="{01EF8158-6B93-4503-83B3-4FE32B04288E}">
      <dsp:nvSpPr>
        <dsp:cNvPr id="0" name=""/>
        <dsp:cNvSpPr/>
      </dsp:nvSpPr>
      <dsp:spPr>
        <a:xfrm>
          <a:off x="0" y="1319347"/>
          <a:ext cx="10580458" cy="91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5930" tIns="69850" rIns="391160" bIns="69850" numCol="1" spcCol="1270" anchor="t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4300" kern="1200" dirty="0"/>
            <a:t>ГРАНИЦА</a:t>
          </a:r>
        </a:p>
      </dsp:txBody>
      <dsp:txXfrm>
        <a:off x="0" y="1319347"/>
        <a:ext cx="10580458" cy="910800"/>
      </dsp:txXfrm>
    </dsp:sp>
    <dsp:sp modelId="{A4004F75-2E44-42F8-A22A-5C33B1571F8F}">
      <dsp:nvSpPr>
        <dsp:cNvPr id="0" name=""/>
        <dsp:cNvSpPr/>
      </dsp:nvSpPr>
      <dsp:spPr>
        <a:xfrm>
          <a:off x="0" y="2230147"/>
          <a:ext cx="10580458" cy="1319175"/>
        </a:xfrm>
        <a:prstGeom prst="round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500" kern="1200" dirty="0"/>
            <a:t>Государство В</a:t>
          </a:r>
        </a:p>
      </dsp:txBody>
      <dsp:txXfrm>
        <a:off x="64397" y="2294544"/>
        <a:ext cx="10451664" cy="11903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21E2C-7936-424F-BA46-DECC4C36E01B}" type="datetimeFigureOut">
              <a:rPr lang="ru-RU" smtClean="0"/>
              <a:t>31.01.2025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D7A52C-BCE1-462B-BCBD-4FCD8E34FD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0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4206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3453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808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15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v.pospelov\Desktop\лого.png">
            <a:extLst>
              <a:ext uri="{FF2B5EF4-FFF2-40B4-BE49-F238E27FC236}">
                <a16:creationId xmlns:a16="http://schemas.microsoft.com/office/drawing/2014/main" id="{3C1CC6F6-A74A-4590-925B-583BE0F0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4" y="528427"/>
            <a:ext cx="3174449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v.pospelov\Desktop\птт.png">
            <a:extLst>
              <a:ext uri="{FF2B5EF4-FFF2-40B4-BE49-F238E27FC236}">
                <a16:creationId xmlns:a16="http://schemas.microsoft.com/office/drawing/2014/main" id="{71C0F0C6-CDFB-43BB-A411-B81D4C87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9" y="0"/>
            <a:ext cx="121699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976" y="1277888"/>
            <a:ext cx="10972800" cy="1143000"/>
          </a:xfrm>
        </p:spPr>
        <p:txBody>
          <a:bodyPr>
            <a:normAutofit/>
          </a:bodyPr>
          <a:lstStyle>
            <a:lvl1pPr algn="l">
              <a:defRPr lang="ru-RU" sz="3600" kern="1200" dirty="0">
                <a:solidFill>
                  <a:schemeClr val="tx1"/>
                </a:solidFill>
                <a:latin typeface="HeliosBlack" pitchFamily="82" charset="0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2348881"/>
            <a:ext cx="10670976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41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98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50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17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61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52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1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777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262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718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669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5106027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4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268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90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5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8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instagram.com/psy_ponomareva?igshid=zo4gyvc4x7oe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81747-74CD-4A75-B313-6DE3E4D2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13484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«Гендерная психология. Коучинг отношений»</a:t>
            </a:r>
            <a:endParaRPr lang="ru-RU" sz="4000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CF61F-85A9-49F9-93B8-0160A6AE9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3284985"/>
            <a:ext cx="8003232" cy="2841179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281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4364CD-9D7A-417B-BFFA-51DD3572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Консультирование пар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C566BA-31C6-432D-ADEE-748222796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важно знать:</a:t>
            </a:r>
          </a:p>
          <a:p>
            <a:r>
              <a:rPr lang="ru-RU" dirty="0"/>
              <a:t>Типология партнеров</a:t>
            </a:r>
          </a:p>
          <a:p>
            <a:r>
              <a:rPr lang="ru-RU" dirty="0"/>
              <a:t>Эмоциональный интеллект</a:t>
            </a:r>
          </a:p>
          <a:p>
            <a:r>
              <a:rPr lang="ru-RU" dirty="0"/>
              <a:t>Экологическое общение</a:t>
            </a:r>
          </a:p>
          <a:p>
            <a:r>
              <a:rPr lang="ru-RU" dirty="0"/>
              <a:t>Границы </a:t>
            </a:r>
          </a:p>
          <a:p>
            <a:r>
              <a:rPr lang="ru-RU" dirty="0"/>
              <a:t>Самооценка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4306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4E1290EB-4A61-4F34-9E59-D59ED760E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05" y="79899"/>
            <a:ext cx="7575699" cy="567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12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4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idx="4294967295"/>
          </p:nvPr>
        </p:nvSpPr>
        <p:spPr>
          <a:xfrm>
            <a:off x="1219200" y="1277938"/>
            <a:ext cx="10972800" cy="1143000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0" name="Содержимое 9"/>
          <p:cNvSpPr>
            <a:spLocks noGrp="1"/>
          </p:cNvSpPr>
          <p:nvPr>
            <p:ph idx="4294967295"/>
          </p:nvPr>
        </p:nvSpPr>
        <p:spPr>
          <a:xfrm>
            <a:off x="0" y="2349500"/>
            <a:ext cx="10671175" cy="3776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 </a:t>
            </a: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180371395"/>
              </p:ext>
            </p:extLst>
          </p:nvPr>
        </p:nvGraphicFramePr>
        <p:xfrm>
          <a:off x="-757646" y="0"/>
          <a:ext cx="11416937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6884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0158" y="365125"/>
            <a:ext cx="6596109" cy="581173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sz="3100" b="1" dirty="0">
                <a:solidFill>
                  <a:srgbClr val="FF0000"/>
                </a:solidFill>
              </a:rPr>
              <a:t>Основные навыки Эмоционального интеллекта</a:t>
            </a:r>
            <a:br>
              <a:rPr lang="ru-RU" sz="3100" b="1" dirty="0">
                <a:solidFill>
                  <a:srgbClr val="FF0000"/>
                </a:solidFill>
              </a:rPr>
            </a:br>
            <a:endParaRPr lang="ru-RU" sz="3100" b="1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6" y="1420838"/>
            <a:ext cx="9932566" cy="475612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Умение чувствовать – быть в контакте с эмоциями.</a:t>
            </a:r>
          </a:p>
          <a:p>
            <a:r>
              <a:rPr lang="ru-RU" dirty="0"/>
              <a:t>Умение называть чувства.</a:t>
            </a:r>
          </a:p>
          <a:p>
            <a:r>
              <a:rPr lang="ru-RU" dirty="0"/>
              <a:t>Умение понимать чувства других людей, не входя в «слияние» с ними.</a:t>
            </a:r>
          </a:p>
          <a:p>
            <a:r>
              <a:rPr lang="ru-RU" dirty="0"/>
              <a:t>Умение выражать чувства. </a:t>
            </a:r>
          </a:p>
          <a:p>
            <a:r>
              <a:rPr lang="ru-RU" dirty="0"/>
              <a:t>Умение влиять на эмоциональное состояние другого человека. </a:t>
            </a:r>
          </a:p>
          <a:p>
            <a:r>
              <a:rPr lang="ru-RU" dirty="0"/>
              <a:t>Умение помогать другому человеку выразить свои чувства, «ПОНИМАТЬ» другого человека. Эмпатия. </a:t>
            </a:r>
          </a:p>
          <a:p>
            <a:r>
              <a:rPr lang="ru-RU" dirty="0"/>
              <a:t>Умение управлять своими чувствами. </a:t>
            </a:r>
          </a:p>
          <a:p>
            <a:r>
              <a:rPr lang="ru-RU" dirty="0"/>
              <a:t>Умение изменять свои эмоциональные состояния.</a:t>
            </a:r>
          </a:p>
          <a:p>
            <a:r>
              <a:rPr lang="ru-RU" dirty="0"/>
              <a:t>Понимание, благодаря контакту с чувствами, своих границ и границ других  людей.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0335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233CAE6-107A-4898-8035-A3328159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Почему нам важно это знать?</a:t>
            </a:r>
            <a:br>
              <a:rPr lang="ru-RU" dirty="0"/>
            </a:br>
            <a:r>
              <a:rPr lang="ru-RU" sz="3200" b="1" dirty="0">
                <a:solidFill>
                  <a:srgbClr val="FF0000"/>
                </a:solidFill>
              </a:rPr>
              <a:t>(мотиватор к работе)!!!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320467D6-A81D-4612-B243-D1E3CF3327C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86413" y="1167923"/>
          <a:ext cx="6299200" cy="5446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22308CC9-E96A-4072-8A3B-748E6E74D55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644640" y="2357120"/>
          <a:ext cx="3662680" cy="3068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9271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AA277-206E-4C0F-BB33-B9EACEF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136" y="635619"/>
            <a:ext cx="7082781" cy="15464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Границы? О чем это?</a:t>
            </a:r>
            <a:br>
              <a:rPr lang="ru-RU" b="1" dirty="0"/>
            </a:br>
            <a:r>
              <a:rPr lang="ru-RU" sz="3100" b="1" dirty="0"/>
              <a:t>Или откуда у детей агрессия или замкнутость?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B5803-ED3F-4996-9A33-31F0ED2E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9268" y="2318275"/>
            <a:ext cx="8323200" cy="3362400"/>
          </a:xfrm>
        </p:spPr>
        <p:txBody>
          <a:bodyPr>
            <a:normAutofit/>
          </a:bodyPr>
          <a:lstStyle/>
          <a:p>
            <a:r>
              <a:rPr lang="ru-RU" dirty="0"/>
              <a:t>Что происходит, если одно государство нарушает границы другого? </a:t>
            </a:r>
          </a:p>
          <a:p>
            <a:r>
              <a:rPr lang="ru-RU" dirty="0"/>
              <a:t>Почему важно чувствовать, когда мы нарушаем свободу другого человека: когда контроль, или опека и забота становятся чрезмерными. </a:t>
            </a:r>
          </a:p>
          <a:p>
            <a:r>
              <a:rPr lang="ru-RU" dirty="0"/>
              <a:t>А если нарушаются наши интересы – что мы ощущаем?</a:t>
            </a:r>
          </a:p>
        </p:txBody>
      </p:sp>
      <p:pic>
        <p:nvPicPr>
          <p:cNvPr id="4098" name="Picture 2" descr="https://img-fotki.yandex.ru/get/59023/199203331.129/0_15e1be_282121ea_or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99" y="3157200"/>
            <a:ext cx="2523475" cy="252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692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040A5D3-82A2-4764-80AE-FE344F7859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8518" y="1646974"/>
          <a:ext cx="10580458" cy="3549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 descr="C:\Users\Alina\Downloads\1-0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194" y="268598"/>
            <a:ext cx="2107581" cy="11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414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590" y="573847"/>
            <a:ext cx="7099098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Что разграничивают границы?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6" y="1349298"/>
            <a:ext cx="9155494" cy="482766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Территорию</a:t>
            </a:r>
          </a:p>
          <a:p>
            <a:r>
              <a:rPr lang="ru-RU" dirty="0"/>
              <a:t>Законы</a:t>
            </a:r>
          </a:p>
          <a:p>
            <a:r>
              <a:rPr lang="ru-RU" dirty="0"/>
              <a:t>Вероисповедание</a:t>
            </a:r>
          </a:p>
          <a:p>
            <a:r>
              <a:rPr lang="ru-RU" dirty="0"/>
              <a:t>Политическое устройство и взгляды</a:t>
            </a:r>
          </a:p>
          <a:p>
            <a:r>
              <a:rPr lang="ru-RU" dirty="0"/>
              <a:t>Традиции</a:t>
            </a:r>
          </a:p>
          <a:p>
            <a:r>
              <a:rPr lang="ru-RU" dirty="0"/>
              <a:t>Манеру одеваться</a:t>
            </a:r>
          </a:p>
          <a:p>
            <a:r>
              <a:rPr lang="ru-RU" dirty="0"/>
              <a:t>Культуру</a:t>
            </a:r>
          </a:p>
          <a:p>
            <a:r>
              <a:rPr lang="ru-RU" dirty="0"/>
              <a:t>Порядки</a:t>
            </a:r>
          </a:p>
          <a:p>
            <a:r>
              <a:rPr lang="ru-RU" dirty="0"/>
              <a:t>Язык </a:t>
            </a:r>
          </a:p>
          <a:p>
            <a:r>
              <a:rPr lang="ru-RU" dirty="0"/>
              <a:t>И многое другое</a:t>
            </a:r>
          </a:p>
          <a:p>
            <a:endParaRPr lang="ru-RU" dirty="0"/>
          </a:p>
        </p:txBody>
      </p:sp>
      <p:pic>
        <p:nvPicPr>
          <p:cNvPr id="1026" name="Picture 2" descr="Картинки по запросу &quot;ГРАНИЦЫ&quot;">
            <a:extLst>
              <a:ext uri="{FF2B5EF4-FFF2-40B4-BE49-F238E27FC236}">
                <a16:creationId xmlns:a16="http://schemas.microsoft.com/office/drawing/2014/main" id="{DF0B71DB-37F0-460A-BFD2-1976CA48D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139" y="2881622"/>
            <a:ext cx="3489233" cy="232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800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1" y="406399"/>
            <a:ext cx="8297411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Какие бывают Границы?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6" y="1371600"/>
            <a:ext cx="8816216" cy="4805363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Территориальные. </a:t>
            </a:r>
            <a:r>
              <a:rPr lang="ru-RU" dirty="0"/>
              <a:t>Земельная собственность, двор, комната человека в квартире, его кровать и стол в общей комнате, шкаф, место в шкафу, компьютерное пространство и др. </a:t>
            </a:r>
          </a:p>
          <a:p>
            <a:r>
              <a:rPr lang="ru-RU" b="1" dirty="0"/>
              <a:t>Функциональные. </a:t>
            </a:r>
            <a:r>
              <a:rPr lang="ru-RU" dirty="0"/>
              <a:t>Различные договоренности, правила, уставы, функциональные обязанности, договоры, соглашения. </a:t>
            </a:r>
            <a:endParaRPr lang="ru-RU" b="1" dirty="0"/>
          </a:p>
          <a:p>
            <a:r>
              <a:rPr lang="ru-RU" b="1" dirty="0"/>
              <a:t>Личностные. </a:t>
            </a:r>
            <a:r>
              <a:rPr lang="ru-RU" dirty="0"/>
              <a:t>Темперамент, самочувствие, настроение, сложившиеся взгляды, убеждения, ценности. Наше право выбора, решения, желания и потребности. Наша самооценка, достоинства, таланты, способности. Наши чувства, ощущения, мысли, помыслы, мечты.</a:t>
            </a:r>
          </a:p>
          <a:p>
            <a:endParaRPr lang="ru-RU" b="1" dirty="0"/>
          </a:p>
          <a:p>
            <a:r>
              <a:rPr lang="ru-RU" dirty="0"/>
              <a:t>Границы – это то, то разграничивает МОЕ и НЕ МОЕ. </a:t>
            </a:r>
          </a:p>
          <a:p>
            <a:r>
              <a:rPr lang="ru-RU" dirty="0"/>
              <a:t>В нормальной ситуации границы установлены, обговорены, охраняются. </a:t>
            </a:r>
          </a:p>
          <a:p>
            <a:r>
              <a:rPr lang="ru-RU" b="1" dirty="0"/>
              <a:t>Нарушение их вызывает конфликт интересов.</a:t>
            </a:r>
          </a:p>
        </p:txBody>
      </p:sp>
      <p:pic>
        <p:nvPicPr>
          <p:cNvPr id="2050" name="Picture 2" descr="Картинки по запросу &quot;границы&quot;">
            <a:extLst>
              <a:ext uri="{FF2B5EF4-FFF2-40B4-BE49-F238E27FC236}">
                <a16:creationId xmlns:a16="http://schemas.microsoft.com/office/drawing/2014/main" id="{2378BE67-C8E2-4F31-AD57-F2864FF55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694" y="3557239"/>
            <a:ext cx="2181285" cy="1729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286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166" y="681037"/>
            <a:ext cx="8297411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Что разграничивают границы?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6" y="1123122"/>
            <a:ext cx="9155494" cy="5053841"/>
          </a:xfrm>
        </p:spPr>
        <p:txBody>
          <a:bodyPr>
            <a:normAutofit/>
          </a:bodyPr>
          <a:lstStyle/>
          <a:p>
            <a:r>
              <a:rPr lang="ru-RU" sz="4000" dirty="0"/>
              <a:t>И у него есть…</a:t>
            </a:r>
            <a:endParaRPr lang="ru-RU" dirty="0"/>
          </a:p>
          <a:p>
            <a:r>
              <a:rPr lang="ru-RU" dirty="0"/>
              <a:t>«своя территория». Это комната, или стол в комнате, шкаф, или полки в шкафу, компьютер, телефон и пр.</a:t>
            </a:r>
          </a:p>
          <a:p>
            <a:r>
              <a:rPr lang="ru-RU" dirty="0"/>
              <a:t>Есть определенные договоренности по работе, с друзьями, к компанией.</a:t>
            </a:r>
          </a:p>
          <a:p>
            <a:r>
              <a:rPr lang="ru-RU" dirty="0"/>
              <a:t>свои взгляды, свои вкусы в одежде, музыке, предпочтения в еде и др.</a:t>
            </a:r>
          </a:p>
          <a:p>
            <a:r>
              <a:rPr lang="ru-RU" dirty="0"/>
              <a:t>особенности темперамента и характера</a:t>
            </a:r>
          </a:p>
          <a:p>
            <a:r>
              <a:rPr lang="ru-RU" dirty="0"/>
              <a:t>друзья и любимое время препровождения.</a:t>
            </a:r>
          </a:p>
          <a:p>
            <a:r>
              <a:rPr lang="ru-RU" dirty="0"/>
              <a:t>свои желания и потребности…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6986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Картинки по запросу &quot;ГРАНИЦЫ&quot;">
            <a:extLst>
              <a:ext uri="{FF2B5EF4-FFF2-40B4-BE49-F238E27FC236}">
                <a16:creationId xmlns:a16="http://schemas.microsoft.com/office/drawing/2014/main" id="{DC8AF3D7-E625-4A51-8D7B-63794DC31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52" y="621610"/>
            <a:ext cx="7986198" cy="527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159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1090967" y="1610251"/>
            <a:ext cx="7383250" cy="4723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8" tIns="60922" rIns="121878" bIns="60922" anchor="t" anchorCtr="0">
            <a:noAutofit/>
          </a:bodyPr>
          <a:lstStyle/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endParaRPr kern="0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118F526-0A1E-485C-913D-3E1A8D6A4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323" y="315764"/>
            <a:ext cx="7107553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мы понимаем, что наши границы нарушаются?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D0A64A7F-81D2-4E43-BA36-267B0C2EC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58765"/>
            <a:ext cx="5196396" cy="466740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r>
              <a:rPr lang="ru-RU" sz="32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Мы испытываем большое количество чувств из раздела ГНЕВ «Словаря чувств»</a:t>
            </a:r>
          </a:p>
          <a:p>
            <a:r>
              <a:rPr lang="ru-RU" dirty="0"/>
              <a:t>Досада</a:t>
            </a:r>
          </a:p>
          <a:p>
            <a:r>
              <a:rPr lang="ru-RU" dirty="0"/>
              <a:t>Недовольство</a:t>
            </a:r>
          </a:p>
          <a:p>
            <a:r>
              <a:rPr lang="ru-RU" dirty="0"/>
              <a:t>Раздражение</a:t>
            </a:r>
          </a:p>
          <a:p>
            <a:r>
              <a:rPr lang="ru-RU" dirty="0"/>
              <a:t>Сердит</a:t>
            </a:r>
          </a:p>
          <a:p>
            <a:r>
              <a:rPr lang="ru-RU" dirty="0"/>
              <a:t>Расстроен</a:t>
            </a:r>
          </a:p>
          <a:p>
            <a:r>
              <a:rPr lang="ru-RU" dirty="0"/>
              <a:t>Злость</a:t>
            </a:r>
          </a:p>
          <a:p>
            <a:r>
              <a:rPr lang="ru-RU" dirty="0"/>
              <a:t>Надоело</a:t>
            </a:r>
          </a:p>
          <a:p>
            <a:r>
              <a:rPr lang="ru-RU" dirty="0"/>
              <a:t>Сыть по горло</a:t>
            </a:r>
          </a:p>
          <a:p>
            <a:r>
              <a:rPr lang="ru-RU" dirty="0"/>
              <a:t>Возмущен</a:t>
            </a:r>
          </a:p>
          <a:p>
            <a:r>
              <a:rPr lang="ru-RU" dirty="0"/>
              <a:t>Разозлен</a:t>
            </a:r>
          </a:p>
          <a:p>
            <a:r>
              <a:rPr lang="ru-RU" dirty="0"/>
              <a:t>Киплю от гнева</a:t>
            </a:r>
          </a:p>
          <a:p>
            <a:r>
              <a:rPr lang="ru-RU" dirty="0"/>
              <a:t>Вне себя от злости</a:t>
            </a:r>
          </a:p>
          <a:p>
            <a:r>
              <a:rPr lang="ru-RU" dirty="0"/>
              <a:t>Пылаю гневом</a:t>
            </a:r>
          </a:p>
          <a:p>
            <a:r>
              <a:rPr lang="ru-RU" dirty="0"/>
              <a:t>Разъярен</a:t>
            </a:r>
          </a:p>
          <a:p>
            <a:r>
              <a:rPr lang="ru-RU" dirty="0"/>
              <a:t>Ярость</a:t>
            </a:r>
          </a:p>
          <a:p>
            <a:r>
              <a:rPr lang="ru-RU" dirty="0"/>
              <a:t>Бешенство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301324-5704-4FBA-B5FA-1631ED9B2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512" y="2349875"/>
            <a:ext cx="4397847" cy="293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38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490655" y="122662"/>
            <a:ext cx="7738946" cy="66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8" tIns="60922" rIns="121878" bIns="60922" anchor="t" anchorCtr="0">
            <a:noAutofit/>
          </a:bodyPr>
          <a:lstStyle/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kern="0" dirty="0">
                <a:solidFill>
                  <a:srgbClr val="000000"/>
                </a:solidFill>
                <a:ea typeface="Cambria"/>
                <a:cs typeface="Cambria"/>
                <a:sym typeface="Cambria"/>
              </a:rPr>
              <a:t>Важно извиниться: </a:t>
            </a:r>
          </a:p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kern="0" dirty="0">
                <a:solidFill>
                  <a:srgbClr val="000000"/>
                </a:solidFill>
                <a:ea typeface="Cambria"/>
                <a:cs typeface="Cambria"/>
                <a:sym typeface="Cambria"/>
              </a:rPr>
              <a:t>«Прости, я кажется задела тебя, я была неправа»</a:t>
            </a:r>
          </a:p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kern="0" dirty="0">
                <a:solidFill>
                  <a:srgbClr val="000000"/>
                </a:solidFill>
                <a:ea typeface="Cambria"/>
                <a:cs typeface="Cambria"/>
                <a:sym typeface="Cambria"/>
              </a:rPr>
              <a:t>«Мне кажется, ты сейчас сердишься на меня, прости»</a:t>
            </a:r>
          </a:p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endParaRPr lang="ru-RU" sz="2000" kern="0" dirty="0">
              <a:solidFill>
                <a:srgbClr val="000000"/>
              </a:solidFill>
              <a:ea typeface="Cambria"/>
              <a:cs typeface="Cambria"/>
              <a:sym typeface="Cambria"/>
            </a:endParaRPr>
          </a:p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kern="0" dirty="0">
                <a:solidFill>
                  <a:srgbClr val="000000"/>
                </a:solidFill>
                <a:ea typeface="Cambria"/>
                <a:cs typeface="Cambria"/>
                <a:sym typeface="Cambria"/>
              </a:rPr>
              <a:t>Используем фразы смягчающие конфликт: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меня беспокоит..., и я хотела бы это с тобой прояснить, если ты не возражаешь;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мне  кажется,  что   в   наших  отношения   возникло  напряжение.   Могли  бы   мы поговорить об этом?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итак, я поняла, что ты смотришь на это таким образом..., а я думаю по этому...;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мне кажется, что существует такая проблема и давай подумаем, как мы можем её разрешить;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возможно, я что-то не так поняла, но мне кажется я старалась поступать правильно (по крайней мере у меня было такое намерение), и мне бы хотелось, чтобы мы...;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я хотела бы, чтобы мы пришли к взаимному компромиссу. Возможно ли это?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endParaRPr kern="0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2"/>
          <p:cNvSpPr txBox="1">
            <a:spLocks noGrp="1"/>
          </p:cNvSpPr>
          <p:nvPr>
            <p:ph type="ctrTitle"/>
          </p:nvPr>
        </p:nvSpPr>
        <p:spPr>
          <a:xfrm>
            <a:off x="8229601" y="393968"/>
            <a:ext cx="3039682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8" tIns="121878" rIns="121878" bIns="121878" anchor="b" anchorCtr="0">
            <a:noAutofit/>
          </a:bodyPr>
          <a:lstStyle/>
          <a:p>
            <a:r>
              <a:rPr lang="ru-RU" sz="2900" b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Что еще?</a:t>
            </a:r>
            <a:endParaRPr sz="2900" b="1" dirty="0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77270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D7249-540C-4591-BB0E-8856500F0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266" y="160336"/>
            <a:ext cx="6264174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 мы устанавливаем границы. Как правильно это делать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D16B44-675C-49A5-AEEB-D7EAB3029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64817"/>
            <a:ext cx="10670976" cy="466134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Реактивная фаза: 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учимся говорить «НЕТ». 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ктивно указываем на то, что  нравится, против чего он выступает и чего не станет делать. </a:t>
            </a:r>
          </a:p>
          <a:p>
            <a:pPr algn="just"/>
            <a:r>
              <a:rPr lang="ru-RU" sz="1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остреактивная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фаза. 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станавливаем новые взаимоотношения, основанные на любви к ближнему, как к самому себе. </a:t>
            </a:r>
          </a:p>
          <a:p>
            <a:pPr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Способы установления границ.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Просто сказать НЕТ, в ответ на предложение, или просьбу. (УПРАЖНЕНИЕ)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Устанавливать временные рамки общения.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Рассказать о своих личностных границах близкому человеку. 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Сказать о своих чувствах, используя «Я - сообщение», если человек нарушает границы и не замечает этого. После «Я – сообщения» можно попросить так не делать.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Здоровая конфронтация (формулу см. в предыдущих материалах).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помощи правды о себе (ложь обозначает ваши границы не в том месте, где они находятся).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помощи последовательности (сказал – сделал).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помощи установления эмоциональной дистанции (если человек нарушает ваши границы,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 отстраниться от близкого общения с ним и вовлеченности в его дела).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1026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952D6-D1C5-49A7-B245-2D94B6A1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489" y="248078"/>
            <a:ext cx="6255296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 мешает нам устанавливать и охранять свои границы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A890BE-42A6-4F8C-9942-2AF4FD81B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35837"/>
            <a:ext cx="9892683" cy="45903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Страх потерять любовь или оказаться отвергнутым.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Боязнь гнева со стороны окружающих.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Страх одиночества.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Страх нарушить сложившееся представление о любви.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Многие люди не могут сказать: «Я люблю тебя, но это делать не хочу».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Вина.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 многих людей уступчивость и готовность отдавать мотивируется виной.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 Стремление «отдать долг».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Родители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говорили что-то вроде: «У меня никогда не было того, что есть у тебя», или: «Помни, ты получаешь не заслуженные тобой блага».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7. Хотим получать одобрение.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Угождаем символическому внутреннему родителю.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8. Предположение, что в случае их отказа другой человек может испытать чувство потери.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1968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602C1-3426-4829-AC47-EEEC1D47C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791" y="248079"/>
            <a:ext cx="7128769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Пять способов сказать «да» и «нет»</a:t>
            </a:r>
            <a:b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3A38D9-D820-4A07-AC3A-2FA7443B7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77881"/>
            <a:ext cx="9484311" cy="4448284"/>
          </a:xfrm>
        </p:spPr>
        <p:txBody>
          <a:bodyPr/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Здоровое «да».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Ты просишь меня о чем-то, мне это нра­вится, и я говорю «да».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Нездоровое «да».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Ты просишь меня о чем-то, мне это не нравится, я говорю «да», но возмущаюсь/обижа­юсь при этом.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Здоровое «нет».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Ты просишь меня о чем-то, мне это не нравится, я говорю «нет» и нормально к этому от­ношусь.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Нездоровое «нет».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Ты просишь меня о чем-то, мне это не нравится, я говорю «нет» и чувствую себя очень виноватым.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Люди, которых не научили заботиться о том, чтобы уста­навливать здоровые границы, обычно реагируют так, как описано в пунктах № 2 и 4,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Влюбленность.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Ты просишь меня о чем-то, мне это не нравится, но поскольку я отношусь к тебе с любовью и заботой, то я говорю «да» и не возмущаюсь/не обижаюсь при этом.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1165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E9FC3-0301-43FF-8034-6CCB057D1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871" y="275208"/>
            <a:ext cx="6583771" cy="2198945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Границы в отношениях с людьми</a:t>
            </a:r>
            <a:br>
              <a:rPr lang="ru-RU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Способность к поддержанию границ и построению близких отношений в сочетании определяет качество отношений с окружающими людьми. </a:t>
            </a:r>
            <a:br>
              <a:rPr lang="ru-RU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5C7F8E3-B7AB-48A7-B765-088EB0A511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0931" y="2831978"/>
          <a:ext cx="8212162" cy="3285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4455">
                  <a:extLst>
                    <a:ext uri="{9D8B030D-6E8A-4147-A177-3AD203B41FA5}">
                      <a16:colId xmlns:a16="http://schemas.microsoft.com/office/drawing/2014/main" val="414319830"/>
                    </a:ext>
                  </a:extLst>
                </a:gridCol>
                <a:gridCol w="2656972">
                  <a:extLst>
                    <a:ext uri="{9D8B030D-6E8A-4147-A177-3AD203B41FA5}">
                      <a16:colId xmlns:a16="http://schemas.microsoft.com/office/drawing/2014/main" val="3202935662"/>
                    </a:ext>
                  </a:extLst>
                </a:gridCol>
                <a:gridCol w="2600735">
                  <a:extLst>
                    <a:ext uri="{9D8B030D-6E8A-4147-A177-3AD203B41FA5}">
                      <a16:colId xmlns:a16="http://schemas.microsoft.com/office/drawing/2014/main" val="2781173294"/>
                    </a:ext>
                  </a:extLst>
                </a:gridCol>
              </a:tblGrid>
              <a:tr h="11436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>
                          <a:effectLst/>
                        </a:rPr>
                        <a:t> 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>
                          <a:effectLst/>
                        </a:rPr>
                        <a:t>Строю близкие отношения с людьми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>
                          <a:effectLst/>
                        </a:rPr>
                        <a:t>Не сближаюсь с людьми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8500926"/>
                  </a:ext>
                </a:extLst>
              </a:tr>
              <a:tr h="11436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>
                          <a:effectLst/>
                        </a:rPr>
                        <a:t>Поддерживаю свои границы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+mj-lt"/>
                        <a:buAutoNum type="arabicPeriod"/>
                      </a:pPr>
                      <a:r>
                        <a:rPr lang="ru-RU" sz="2400" dirty="0">
                          <a:effectLst/>
                        </a:rPr>
                        <a:t>Подлинно близкие отношения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>
                          <a:effectLst/>
                        </a:rPr>
                        <a:t>3. Одиночество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6563665"/>
                  </a:ext>
                </a:extLst>
              </a:tr>
              <a:tr h="55318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>
                          <a:effectLst/>
                        </a:rPr>
                        <a:t>Не устанавливаю свои границы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+mj-lt"/>
                        <a:buAutoNum type="arabicPeriod"/>
                      </a:pPr>
                      <a:r>
                        <a:rPr lang="ru-RU" sz="2400" dirty="0">
                          <a:effectLst/>
                        </a:rPr>
                        <a:t>Нездоровое слияние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>
                          <a:effectLst/>
                        </a:rPr>
                        <a:t>4. Беспорядочность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5960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505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33213" y="3429000"/>
            <a:ext cx="58961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FF0000"/>
                </a:solidFill>
                <a:latin typeface="HeliosBlack" pitchFamily="82" charset="0"/>
              </a:rPr>
              <a:t>Как формировать глубокие близкие отношения</a:t>
            </a:r>
          </a:p>
        </p:txBody>
      </p:sp>
    </p:spTree>
    <p:extLst>
      <p:ext uri="{BB962C8B-B14F-4D97-AF65-F5344CB8AC3E}">
        <p14:creationId xmlns:p14="http://schemas.microsoft.com/office/powerpoint/2010/main" val="403846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8B30E-8A5D-4FC4-9585-76DE6D60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3" y="356988"/>
            <a:ext cx="7684698" cy="749695"/>
          </a:xfrm>
        </p:spPr>
        <p:txBody>
          <a:bodyPr>
            <a:normAutofit/>
          </a:bodyPr>
          <a:lstStyle/>
          <a:p>
            <a:r>
              <a:rPr lang="ru-RU" sz="2800" b="1" dirty="0"/>
              <a:t>Выстраиваем близкие отношения на 4 уровнях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BAD265-468C-4D38-AE15-0895E201C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20079"/>
            <a:ext cx="10670976" cy="4506086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Первый уровень. 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Это уровень обмена шаблонами. «Как дела?». «Сколько лет, сколько зим?». «Что новенького?» </a:t>
            </a:r>
          </a:p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Уровень установления контакта с людьми, для начала беседы. </a:t>
            </a:r>
          </a:p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Второй уровень.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Уровень обмена информацией, когда люди становятся полезными друг для друга. </a:t>
            </a:r>
          </a:p>
          <a:p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Третий уровень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- обмен мнениями. Интерес к мнению другого человека и возможность поделиться своим приводят людей к отношениям, построенным на взаимном интересе. </a:t>
            </a:r>
          </a:p>
          <a:p>
            <a:r>
              <a:rPr lang="ru-RU" b="1" dirty="0">
                <a:solidFill>
                  <a:srgbClr val="FF33CC"/>
                </a:solidFill>
              </a:rPr>
              <a:t>Четвертый уровень</a:t>
            </a:r>
            <a:r>
              <a:rPr lang="ru-RU" dirty="0">
                <a:solidFill>
                  <a:srgbClr val="FF33CC"/>
                </a:solidFill>
              </a:rPr>
              <a:t>. Обмен чувствами и эмоциями. Этот уровень, требует развитого эмоционального интеллекта. На этом уровне возможны отношения глубокой привязанности и любви.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9448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3944" y="193849"/>
            <a:ext cx="6410739" cy="837510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П</a:t>
            </a:r>
            <a:r>
              <a:rPr lang="ru-RU" sz="2800" b="1" dirty="0"/>
              <a:t>ервый уровень. Уровень обмена шаблонами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5" y="1470991"/>
            <a:ext cx="7986198" cy="433438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Обычно: «Как дела?», «Что новенького?» </a:t>
            </a:r>
          </a:p>
          <a:p>
            <a:r>
              <a:rPr lang="ru-RU" dirty="0"/>
              <a:t>Формируем шаблоны общения для Первого уровня. Включаем творчество. </a:t>
            </a:r>
          </a:p>
          <a:p>
            <a:r>
              <a:rPr lang="ru-RU" b="1" dirty="0"/>
              <a:t>Утро. </a:t>
            </a:r>
            <a:r>
              <a:rPr lang="ru-RU" dirty="0"/>
              <a:t>«Милый, вот и утро! Я тебя люблю! А сырники (и пр.) любят тебя!» </a:t>
            </a:r>
          </a:p>
          <a:p>
            <a:r>
              <a:rPr lang="ru-RU" dirty="0"/>
              <a:t> «Мороз и солнце – день чудесный! Еще ты дремлешь друг прелестный?»</a:t>
            </a:r>
          </a:p>
          <a:p>
            <a:r>
              <a:rPr lang="ru-RU" b="1" dirty="0"/>
              <a:t>Расставание.</a:t>
            </a:r>
            <a:r>
              <a:rPr lang="ru-RU" dirty="0"/>
              <a:t> Например: «До встречи, мой Секс-символ!», «Люблю тебя моя красавица! Хорошего дня!» </a:t>
            </a:r>
          </a:p>
          <a:p>
            <a:r>
              <a:rPr lang="ru-RU" b="1" dirty="0"/>
              <a:t>Встреча. </a:t>
            </a:r>
            <a:r>
              <a:rPr lang="ru-RU" dirty="0"/>
              <a:t>«Привет, привет тебе, мой друг!» «Я всегда радуюсь, когда ты входишь в дом!» «Моя красавица вернулась! Тебя ждет неприготовленный ужин!</a:t>
            </a:r>
            <a:r>
              <a:rPr lang="ru-RU" dirty="0">
                <a:sym typeface="Wingdings" panose="05000000000000000000" pitchFamily="2" charset="2"/>
              </a:rPr>
              <a:t>)</a:t>
            </a:r>
            <a:endParaRPr lang="ru-RU" dirty="0"/>
          </a:p>
          <a:p>
            <a:r>
              <a:rPr lang="ru-RU" dirty="0"/>
              <a:t>И многое другое, что Ваш партнер услышит только у Вас дома. </a:t>
            </a:r>
          </a:p>
        </p:txBody>
      </p:sp>
    </p:spTree>
    <p:extLst>
      <p:ext uri="{BB962C8B-B14F-4D97-AF65-F5344CB8AC3E}">
        <p14:creationId xmlns:p14="http://schemas.microsoft.com/office/powerpoint/2010/main" val="1431763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A93DC-359D-45D3-A006-834858D7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Задание. Уровень обмена шаблонами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59F57D-64C3-48CB-BCBC-8A5741DEC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Подумайте, какие шаблоны общения у Вас уже есть</a:t>
            </a:r>
          </a:p>
          <a:p>
            <a:r>
              <a:rPr lang="ru-RU" dirty="0"/>
              <a:t>Какие шаблоны общения Вы могли бы добавить, поделитесь друг с другом</a:t>
            </a:r>
          </a:p>
        </p:txBody>
      </p:sp>
    </p:spTree>
    <p:extLst>
      <p:ext uri="{BB962C8B-B14F-4D97-AF65-F5344CB8AC3E}">
        <p14:creationId xmlns:p14="http://schemas.microsoft.com/office/powerpoint/2010/main" val="2546559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7252" y="272438"/>
            <a:ext cx="6006334" cy="83751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100" b="1" dirty="0"/>
              <a:t>Второй уровень. Уровень обмена информацией</a:t>
            </a:r>
            <a:br>
              <a:rPr lang="ru-RU" dirty="0">
                <a:solidFill>
                  <a:schemeClr val="accent1">
                    <a:lumMod val="75000"/>
                  </a:schemeClr>
                </a:solidFill>
              </a:rPr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4" y="1328609"/>
            <a:ext cx="8121649" cy="4710683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С помощью обмена информацией партнеры могут становиться все более и более  полезными друг для друга.</a:t>
            </a:r>
          </a:p>
          <a:p>
            <a:r>
              <a:rPr lang="ru-RU" dirty="0"/>
              <a:t>Жене важно знать про новые темы в компьютере. Мужу важно понять, как работать с женщинами в коллективе. Мы можем стать важным источником информации, если…</a:t>
            </a:r>
          </a:p>
          <a:p>
            <a:r>
              <a:rPr lang="ru-RU" dirty="0"/>
              <a:t>Нам важно интересоваться информацией, которую в периоды открытости дает нам партнер. Реагировать ИСКЛЮЧИТЕЛЬНО экологично.</a:t>
            </a:r>
          </a:p>
          <a:p>
            <a:r>
              <a:rPr lang="ru-RU" dirty="0"/>
              <a:t>В отношениях со своими родителями, с мужем, с другими близкими важно показывать пример, как обмен информацией помогает жить и ориентироваться в мире. </a:t>
            </a:r>
          </a:p>
        </p:txBody>
      </p:sp>
    </p:spTree>
    <p:extLst>
      <p:ext uri="{BB962C8B-B14F-4D97-AF65-F5344CB8AC3E}">
        <p14:creationId xmlns:p14="http://schemas.microsoft.com/office/powerpoint/2010/main" val="1685181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680" y="140224"/>
            <a:ext cx="6218475" cy="837510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Третий уровень. Обмен мнениями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5" y="1302027"/>
            <a:ext cx="8644305" cy="482047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Интерес к мнению партнера – важный навык развития близких отношений. </a:t>
            </a:r>
          </a:p>
          <a:p>
            <a:r>
              <a:rPr lang="ru-RU" dirty="0"/>
              <a:t>Здесь очень важно использовать навыки внимательного слушания: откладывать дела, телефон, полностью сосредотачиваться на партнере, когда он делится своими мнениями и оценками. </a:t>
            </a:r>
          </a:p>
          <a:p>
            <a:r>
              <a:rPr lang="ru-RU" dirty="0"/>
              <a:t>Максимально соблюдаем ПРАВИЛА уважительного общения. </a:t>
            </a:r>
          </a:p>
          <a:p>
            <a:r>
              <a:rPr lang="ru-RU" dirty="0"/>
              <a:t>Даже, если мы не согласны, всегда начинаем с фраз: «Интересное мнение…», «Это интересно, я вижу тебе это важно». </a:t>
            </a:r>
          </a:p>
          <a:p>
            <a:r>
              <a:rPr lang="ru-RU" dirty="0"/>
              <a:t>Всегда начинаем не с отрицания, а с присоединения. </a:t>
            </a:r>
          </a:p>
          <a:p>
            <a:r>
              <a:rPr lang="ru-RU" dirty="0"/>
              <a:t>«Мне интересен этот стиль, но не очень близок»</a:t>
            </a:r>
          </a:p>
          <a:p>
            <a:r>
              <a:rPr lang="ru-RU" dirty="0"/>
              <a:t>«Мне интересно это мнение, я хотел бы узнать побольше, потому, что у меня другой взгляд на эту тему»</a:t>
            </a:r>
          </a:p>
        </p:txBody>
      </p:sp>
    </p:spTree>
    <p:extLst>
      <p:ext uri="{BB962C8B-B14F-4D97-AF65-F5344CB8AC3E}">
        <p14:creationId xmlns:p14="http://schemas.microsoft.com/office/powerpoint/2010/main" val="180308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869" y="166037"/>
            <a:ext cx="6113259" cy="83751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/>
              <a:t>Четвертый уровень. Обмен чувствами и эмоциями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5" y="1339701"/>
            <a:ext cx="7122188" cy="4933507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FF0000"/>
                </a:solidFill>
              </a:rPr>
              <a:t>На этом уровне возможны отношения глубокой привязанности и любви. </a:t>
            </a:r>
          </a:p>
          <a:p>
            <a:r>
              <a:rPr lang="ru-RU" dirty="0"/>
              <a:t>Нам важно иметь собственный глубокий контакт с чувствами. Важно иметь широкий словарь чувств. </a:t>
            </a:r>
          </a:p>
          <a:p>
            <a:r>
              <a:rPr lang="ru-RU" dirty="0"/>
              <a:t>Важно уметь выражать свои чувства, говорить с партнером о них, передавать ему это знание. </a:t>
            </a:r>
          </a:p>
          <a:p>
            <a:r>
              <a:rPr lang="ru-RU" dirty="0"/>
              <a:t>Нам важно уметь распознавать чувства партнера, говорить с ним о них (</a:t>
            </a:r>
            <a:r>
              <a:rPr lang="ru-RU" dirty="0" err="1"/>
              <a:t>эмпатическиое</a:t>
            </a:r>
            <a:r>
              <a:rPr lang="ru-RU" dirty="0"/>
              <a:t> слушание).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9688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73FE6-D9A9-4D80-AEEE-44869EEF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793" y="239200"/>
            <a:ext cx="7222962" cy="1143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363A5-7816-4CD3-8179-E882895C0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33491"/>
            <a:ext cx="10096870" cy="4492673"/>
          </a:xfrm>
        </p:spPr>
        <p:txBody>
          <a:bodyPr/>
          <a:lstStyle/>
          <a:p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Почему часто люди испытывают трудности в построении отношений на уровне обмена чувствами?</a:t>
            </a:r>
          </a:p>
          <a:p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Люди не владеют своей эмоциональной сферой и, желая выстраивать отношения на глубоком эмоциональном уровне, обмениваются всеми эмоциональными состояниями, в которые они попадают.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Но далеко не все эмоциональные состояния партнёр или ребёнок может переносить, не разрушая свою эмоциональную сферу.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Поэтому для того, чтобы и сохранить глубину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чувственных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отношений и в то же время не наносить эмоциональных ран партнёру или ребёнку, мы вынуждены фильтровать свои эмоции и управлять ими. 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 именно  этого в среднем люди делать не умеют: ни фильтровать, ни управлять. 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Поэтому они порой просто запрещают себе обмениваться эмоциональными состояниями и чувствуют глубокое неудовлетворение.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697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943A2-1BA8-483A-8FA6-53F59D8D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любви к себе!</a:t>
            </a:r>
          </a:p>
        </p:txBody>
      </p:sp>
      <p:pic>
        <p:nvPicPr>
          <p:cNvPr id="1026" name="Picture 2" descr="Любовь к себе: результаты - Психологос">
            <a:extLst>
              <a:ext uri="{FF2B5EF4-FFF2-40B4-BE49-F238E27FC236}">
                <a16:creationId xmlns:a16="http://schemas.microsoft.com/office/drawing/2014/main" id="{BED1C8A0-D8FA-4743-B809-42352488D3D1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61" y="1692345"/>
            <a:ext cx="5386388" cy="362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860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A084CE-2720-4FF6-8A5E-CFAB89E78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8794"/>
            <a:ext cx="5877339" cy="1143000"/>
          </a:xfrm>
        </p:spPr>
        <p:txBody>
          <a:bodyPr>
            <a:normAutofit/>
          </a:bodyPr>
          <a:lstStyle/>
          <a:p>
            <a:r>
              <a:rPr lang="ru-RU" sz="3200" b="1" dirty="0"/>
              <a:t>Адекватная самооценка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042F5E-5492-4D34-B4DF-9090AD92851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4678" y="1142794"/>
            <a:ext cx="10058400" cy="5586412"/>
          </a:xfrm>
        </p:spPr>
        <p:txBody>
          <a:bodyPr>
            <a:no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х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орошо себя чувствуем. Хорошо выглядим. 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– эффективны и продуктивны.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хорошо относимся к другим. Мы прекрасно относимся к себе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с радостью совершенствуемся и благодарим за указание на наши несовершенства.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открыты миру и людям. Мы адекватно относимся к собственным промахам и ошибкам.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«Я имею право на ошибки!»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 ТАКЖЕ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уже не супер опекающие и не супер контролеры. 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9527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Психологический портрет личности, структура личности Э. Берна - презентация  онлайн">
            <a:extLst>
              <a:ext uri="{FF2B5EF4-FFF2-40B4-BE49-F238E27FC236}">
                <a16:creationId xmlns:a16="http://schemas.microsoft.com/office/drawing/2014/main" id="{84E1B1FF-EE8F-489C-9908-02284E9C9530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578" y="91161"/>
            <a:ext cx="7808843" cy="5847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253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4019C-6B72-4BC2-B8B1-B6BDD583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882" y="365125"/>
            <a:ext cx="6235697" cy="895504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мешает адекватной самооценке? </a:t>
            </a:r>
            <a:br>
              <a:rPr lang="ru-RU" dirty="0"/>
            </a:br>
            <a:r>
              <a:rPr lang="ru-RU" dirty="0"/>
              <a:t>Я не люблю себя?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B73F68-2324-4326-9CAD-D2EF7CDEC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259" y="2141537"/>
            <a:ext cx="10515600" cy="4058541"/>
          </a:xfrm>
        </p:spPr>
        <p:txBody>
          <a:bodyPr>
            <a:normAutofit fontScale="92500"/>
          </a:bodyPr>
          <a:lstStyle/>
          <a:p>
            <a:r>
              <a:rPr lang="ru-RU" dirty="0"/>
              <a:t>Уделять себе время</a:t>
            </a:r>
          </a:p>
          <a:p>
            <a:r>
              <a:rPr lang="ru-RU" dirty="0"/>
              <a:t>Реализовывать то, что хочется (поставить в план)</a:t>
            </a:r>
          </a:p>
          <a:p>
            <a:r>
              <a:rPr lang="ru-RU" dirty="0"/>
              <a:t>Заботиться о своем здоровье: СОН, ПИТАНИЕ, ВОДА, ФИЗ. НАГРУЗКА</a:t>
            </a:r>
          </a:p>
          <a:p>
            <a:r>
              <a:rPr lang="ru-RU" dirty="0"/>
              <a:t>Хвалить себя! </a:t>
            </a:r>
          </a:p>
          <a:p>
            <a:r>
              <a:rPr lang="ru-RU" dirty="0"/>
              <a:t>Маленькие подарки!</a:t>
            </a:r>
          </a:p>
          <a:p>
            <a:r>
              <a:rPr lang="ru-RU" dirty="0"/>
              <a:t>Утренний завтрак?</a:t>
            </a:r>
          </a:p>
          <a:p>
            <a:r>
              <a:rPr lang="ru-RU" dirty="0"/>
              <a:t>Любимая музыка, фильм.</a:t>
            </a:r>
          </a:p>
          <a:p>
            <a:r>
              <a:rPr lang="ru-RU" dirty="0"/>
              <a:t>Что еще?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608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7A186-C734-4501-8E11-E16A7918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76" y="1277888"/>
            <a:ext cx="10567888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Упражнение. Составляем билль о моем праве любить себя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58F03F-D706-41BE-9C06-7FF162274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Отныне я имею право делать и буду это делать!</a:t>
            </a:r>
          </a:p>
        </p:txBody>
      </p:sp>
    </p:spTree>
    <p:extLst>
      <p:ext uri="{BB962C8B-B14F-4D97-AF65-F5344CB8AC3E}">
        <p14:creationId xmlns:p14="http://schemas.microsoft.com/office/powerpoint/2010/main" val="5963679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66C19-AA19-4525-964B-F98D7832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134" y="239201"/>
            <a:ext cx="5140172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еще мешает </a:t>
            </a:r>
            <a:br>
              <a:rPr lang="ru-RU" dirty="0"/>
            </a:br>
            <a:r>
              <a:rPr lang="ru-RU" dirty="0"/>
              <a:t>адекватной самооценке?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4ADB5-EA36-4AA3-9B6C-6EC4B5D5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188" y="1569998"/>
            <a:ext cx="8915400" cy="4780720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Сосредоточение на себе. Трудно выходить в «Карту мира»  другого человека. </a:t>
            </a:r>
          </a:p>
          <a:p>
            <a:r>
              <a:rPr lang="ru-RU" b="1" dirty="0"/>
              <a:t>УПРАЖНЕНИЕ</a:t>
            </a:r>
          </a:p>
          <a:p>
            <a:r>
              <a:rPr lang="ru-RU" dirty="0"/>
              <a:t>Когда Вы возмущаетесь поведением, видом, поступками другого человека, попробуйте ответить себе на такие вопросы:</a:t>
            </a:r>
            <a:br>
              <a:rPr lang="ru-RU" dirty="0"/>
            </a:br>
            <a:r>
              <a:rPr lang="ru-RU" dirty="0"/>
              <a:t>Почему этот человек ведет себя именно так?</a:t>
            </a:r>
          </a:p>
          <a:p>
            <a:r>
              <a:rPr lang="ru-RU" dirty="0"/>
              <a:t>Какие у него сейчас мысли? Что он чувствует и почему?</a:t>
            </a:r>
          </a:p>
          <a:p>
            <a:r>
              <a:rPr lang="ru-RU" dirty="0"/>
              <a:t>Как бы Вы поступили на его месте? </a:t>
            </a:r>
          </a:p>
          <a:p>
            <a:r>
              <a:rPr lang="ru-RU" dirty="0"/>
              <a:t>Если Вы считаете, что поступили бы по-другому, то какие обстоятельства Вашей жизни, как Вам кажется, способствуют (способствовали) этому. </a:t>
            </a:r>
          </a:p>
          <a:p>
            <a:r>
              <a:rPr lang="ru-RU" dirty="0"/>
              <a:t>Чем чаще Вы будете задаваться такими вопросами, тем скорее Вы сможете переключаться даже в острых ситуациях на ситуацию другого человека. </a:t>
            </a:r>
          </a:p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19765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D27A4-1B48-47E2-9B0A-73D9E5BD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4110361" y="467138"/>
            <a:ext cx="7394251" cy="722470"/>
          </a:xfrm>
        </p:spPr>
        <p:txBody>
          <a:bodyPr>
            <a:normAutofit fontScale="90000"/>
          </a:bodyPr>
          <a:lstStyle/>
          <a:p>
            <a:r>
              <a:rPr lang="ru-RU" dirty="0"/>
              <a:t>Мы зависим от мнения других людей.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8E34B6-A9AA-45CA-9E6C-15AE772B4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768" y="1351527"/>
            <a:ext cx="9410330" cy="4436713"/>
          </a:xfrm>
        </p:spPr>
        <p:txBody>
          <a:bodyPr>
            <a:normAutofit fontScale="92500" lnSpcReduction="20000"/>
          </a:bodyPr>
          <a:lstStyle/>
          <a:p>
            <a:endParaRPr lang="ru-RU" b="1" dirty="0"/>
          </a:p>
          <a:p>
            <a:r>
              <a:rPr lang="ru-RU" sz="2600" b="1" dirty="0"/>
              <a:t>УПРАЖНЕНИЕ</a:t>
            </a:r>
          </a:p>
          <a:p>
            <a:r>
              <a:rPr lang="ru-RU" sz="2600" dirty="0"/>
              <a:t>Прежде всего важно ловить себя на моментах, когда мы делаем что-то, что не хотим,  или НЕ делаем то, что хотим. </a:t>
            </a:r>
            <a:br>
              <a:rPr lang="ru-RU" sz="2600" dirty="0"/>
            </a:br>
            <a:r>
              <a:rPr lang="ru-RU" sz="2600" dirty="0"/>
              <a:t>Лучше сразу ОБРАБОТАТЬ этот момент. В крайнем случае запомнить и обработать в спокойное время. </a:t>
            </a:r>
          </a:p>
          <a:p>
            <a:r>
              <a:rPr lang="ru-RU" sz="2600" dirty="0"/>
              <a:t>Почему меня волнует мнение этого человека? ЗАПИСЫВАЕМ ПРИЧИНЫ.</a:t>
            </a:r>
            <a:br>
              <a:rPr lang="ru-RU" sz="2600" dirty="0"/>
            </a:br>
            <a:r>
              <a:rPr lang="ru-RU" sz="2600" dirty="0"/>
              <a:t>Эти причины достаточно важны, существенны, чтобы я отказывал(ась)</a:t>
            </a:r>
            <a:r>
              <a:rPr lang="ru-RU" sz="2600" dirty="0" err="1"/>
              <a:t>ся</a:t>
            </a:r>
            <a:r>
              <a:rPr lang="ru-RU" sz="2600" dirty="0"/>
              <a:t> от того, что я хотела и что мне важно? Какие выгоды я от этого имею?</a:t>
            </a:r>
          </a:p>
          <a:p>
            <a:r>
              <a:rPr lang="ru-RU" sz="2600" dirty="0"/>
              <a:t>Если мы решили, что это не важные причины, </a:t>
            </a:r>
          </a:p>
          <a:p>
            <a:r>
              <a:rPr lang="ru-RU" sz="2600" dirty="0"/>
              <a:t>делаем упражнение </a:t>
            </a:r>
            <a:r>
              <a:rPr lang="ru-RU" sz="2600" b="1" dirty="0"/>
              <a:t>«А! ПЛЕВАТЬ!»</a:t>
            </a:r>
          </a:p>
        </p:txBody>
      </p:sp>
    </p:spTree>
    <p:extLst>
      <p:ext uri="{BB962C8B-B14F-4D97-AF65-F5344CB8AC3E}">
        <p14:creationId xmlns:p14="http://schemas.microsoft.com/office/powerpoint/2010/main" val="2341641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1CC48-ADD6-4DEE-A56D-903872BC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9250" y="266868"/>
            <a:ext cx="7098674" cy="1143000"/>
          </a:xfrm>
        </p:spPr>
        <p:txBody>
          <a:bodyPr/>
          <a:lstStyle/>
          <a:p>
            <a:r>
              <a:rPr lang="ru-RU" dirty="0"/>
              <a:t>Я боюсь делать ошибки.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0C6C68-E0E2-45F9-9217-E3B898973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35837"/>
            <a:ext cx="9439922" cy="3799643"/>
          </a:xfrm>
        </p:spPr>
        <p:txBody>
          <a:bodyPr/>
          <a:lstStyle/>
          <a:p>
            <a:r>
              <a:rPr lang="ru-RU" dirty="0"/>
              <a:t>ОСОЗНАЕМ. Что самое страшное произойдет, если я сделаю эту ошибку? Как я смогу с этим справиться? </a:t>
            </a:r>
          </a:p>
          <a:p>
            <a:r>
              <a:rPr lang="ru-RU" dirty="0"/>
              <a:t>«Предупрежден, значит вооружен!»</a:t>
            </a:r>
          </a:p>
          <a:p>
            <a:r>
              <a:rPr lang="ru-RU" dirty="0"/>
              <a:t>Аффирмации. Работа с бессознательным.</a:t>
            </a:r>
          </a:p>
        </p:txBody>
      </p:sp>
    </p:spTree>
    <p:extLst>
      <p:ext uri="{BB962C8B-B14F-4D97-AF65-F5344CB8AC3E}">
        <p14:creationId xmlns:p14="http://schemas.microsoft.com/office/powerpoint/2010/main" val="776003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8C480-DD81-4C31-934B-E9FA2544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713" y="363488"/>
            <a:ext cx="6592648" cy="1143000"/>
          </a:xfrm>
        </p:spPr>
        <p:txBody>
          <a:bodyPr>
            <a:normAutofit/>
          </a:bodyPr>
          <a:lstStyle/>
          <a:p>
            <a:r>
              <a:rPr lang="ru-RU" dirty="0"/>
              <a:t>Я ненавижу критику.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0F3904-A441-4579-8A4C-CCA0BC736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Работа с манипулятивной критикой. </a:t>
            </a:r>
          </a:p>
        </p:txBody>
      </p:sp>
    </p:spTree>
    <p:extLst>
      <p:ext uri="{BB962C8B-B14F-4D97-AF65-F5344CB8AC3E}">
        <p14:creationId xmlns:p14="http://schemas.microsoft.com/office/powerpoint/2010/main" val="2721358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60BBA-8020-44E4-AC5F-87CEE6E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623" y="301345"/>
            <a:ext cx="5127832" cy="1143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46536C-2B8E-4C29-8201-BDFEAB1B7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69" y="1789588"/>
            <a:ext cx="10670976" cy="3777283"/>
          </a:xfrm>
        </p:spPr>
        <p:txBody>
          <a:bodyPr>
            <a:normAutofit/>
          </a:bodyPr>
          <a:lstStyle/>
          <a:p>
            <a:r>
              <a:rPr lang="ru-RU" dirty="0"/>
              <a:t>Я объективно понимаю, что люди вокруг меня более красивы, развиты и пр. Сравниваю не в свою пользу. (Разбираюсь, почему я сравниваю и почему меня это расстраивает)</a:t>
            </a:r>
          </a:p>
          <a:p>
            <a:endParaRPr lang="ru-RU" dirty="0"/>
          </a:p>
          <a:p>
            <a:r>
              <a:rPr lang="ru-RU" dirty="0"/>
              <a:t>Меня внезапно предали, бросили, уволили и пр. </a:t>
            </a:r>
          </a:p>
          <a:p>
            <a:r>
              <a:rPr lang="ru-RU" b="1" dirty="0"/>
              <a:t>В БАЗЕ </a:t>
            </a:r>
            <a:r>
              <a:rPr lang="ru-RU" dirty="0"/>
              <a:t>ДЛЯ РАБОТЫ С САМООЦЕНКОЙ ОЧЕНЬ ВАЖНО </a:t>
            </a:r>
            <a:r>
              <a:rPr lang="ru-RU" b="1" dirty="0"/>
              <a:t>УМЕТЬ РАБОТАТЬ С ЧУВСТВАМИ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5114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E7425F3-C2FA-4102-A1AF-09751C43F3F2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457200" y="496956"/>
          <a:ext cx="11496261" cy="5536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54489">
                  <a:extLst>
                    <a:ext uri="{9D8B030D-6E8A-4147-A177-3AD203B41FA5}">
                      <a16:colId xmlns:a16="http://schemas.microsoft.com/office/drawing/2014/main" val="1470983798"/>
                    </a:ext>
                  </a:extLst>
                </a:gridCol>
                <a:gridCol w="6441772">
                  <a:extLst>
                    <a:ext uri="{9D8B030D-6E8A-4147-A177-3AD203B41FA5}">
                      <a16:colId xmlns:a16="http://schemas.microsoft.com/office/drawing/2014/main" val="857743365"/>
                    </a:ext>
                  </a:extLst>
                </a:gridCol>
              </a:tblGrid>
              <a:tr h="943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effectLst/>
                        </a:rPr>
                        <a:t>Утверждение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effectLst/>
                        </a:rPr>
                        <a:t>(тщательно выписывается)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effectLst/>
                        </a:rPr>
                        <a:t>Негативный отклик (быстро пишется)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718246374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Да?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300998346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Ты не заслуживаешь любви.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593116627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Но никто другой тебя не любит.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935638410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Ты еще мало трудилась.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647176934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Ты недостаточно умна.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551120494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Посмотри, какая ты толстая.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543334972"/>
                  </a:ext>
                </a:extLst>
              </a:tr>
              <a:tr h="71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Ты не смогла похудеть, но ты пыталась, и кое-что тебе удалось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289249608"/>
                  </a:ext>
                </a:extLst>
              </a:tr>
              <a:tr h="71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Ну может быть, я люблю самую малость в себе.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595546342"/>
                  </a:ext>
                </a:extLst>
              </a:tr>
              <a:tr h="71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Ладно, я могу позволить себе любить себя.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670688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Да, я люблю себя.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204498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5711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8" y="2919296"/>
            <a:ext cx="4950456" cy="62813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/>
              <a:t>Эгосостояния</a:t>
            </a:r>
            <a:r>
              <a:rPr lang="ru-RU" b="1" dirty="0"/>
              <a:t> по Э. Берну и как нам использовать эти знания</a:t>
            </a:r>
            <a:br>
              <a:rPr lang="ru-RU" dirty="0"/>
            </a:br>
            <a:br>
              <a:rPr lang="ru-RU" dirty="0"/>
            </a:br>
            <a:endParaRPr lang="ru-RU" b="1" dirty="0"/>
          </a:p>
        </p:txBody>
      </p:sp>
      <p:pic>
        <p:nvPicPr>
          <p:cNvPr id="1026" name="Picture 2" descr="Картинки по запросу &quot;эгосотояния по Берну&quot;">
            <a:extLst>
              <a:ext uri="{FF2B5EF4-FFF2-40B4-BE49-F238E27FC236}">
                <a16:creationId xmlns:a16="http://schemas.microsoft.com/office/drawing/2014/main" id="{0FD908C5-6092-478A-BA18-14C4B0BF63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309" y="0"/>
            <a:ext cx="5540715" cy="666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1927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890" y="443948"/>
            <a:ext cx="6706428" cy="63558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700" b="1" dirty="0"/>
              <a:t>РОДИТЕЛЬ – отражение всех родительских фигур в нашей жизни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9223" y="1789044"/>
            <a:ext cx="3478696" cy="37009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Родитель, с которым КЛАССНО!!!</a:t>
            </a:r>
          </a:p>
          <a:p>
            <a:pPr marL="0" indent="0">
              <a:buNone/>
            </a:pPr>
            <a:r>
              <a:rPr lang="ru-RU" sz="2000" dirty="0"/>
              <a:t>Поддерживает, а не критикует</a:t>
            </a:r>
          </a:p>
          <a:p>
            <a:pPr marL="0" indent="0">
              <a:buNone/>
            </a:pPr>
            <a:r>
              <a:rPr lang="ru-RU" sz="2000" dirty="0"/>
              <a:t>Заботится о всех потребностях</a:t>
            </a:r>
          </a:p>
          <a:p>
            <a:pPr marL="0" indent="0">
              <a:buNone/>
            </a:pPr>
            <a:r>
              <a:rPr lang="ru-RU" sz="2000" dirty="0"/>
              <a:t>Готов прийти на помощь</a:t>
            </a:r>
          </a:p>
          <a:p>
            <a:pPr marL="0" indent="0">
              <a:buNone/>
            </a:pPr>
            <a:r>
              <a:rPr lang="ru-RU" sz="2000" dirty="0"/>
              <a:t>Не укоряет, если что-то не так</a:t>
            </a:r>
          </a:p>
          <a:p>
            <a:pPr marL="0" indent="0">
              <a:buNone/>
            </a:pPr>
            <a:r>
              <a:rPr lang="ru-RU" sz="2000" dirty="0"/>
              <a:t>Ласкает, нежен</a:t>
            </a:r>
          </a:p>
          <a:p>
            <a:pPr marL="0" indent="0">
              <a:buNone/>
            </a:pPr>
            <a:r>
              <a:rPr lang="ru-RU" sz="2000" dirty="0"/>
              <a:t>Уделяет время</a:t>
            </a:r>
          </a:p>
          <a:p>
            <a:pPr marL="0" indent="0">
              <a:buNone/>
            </a:pPr>
            <a:r>
              <a:rPr lang="ru-RU" sz="2000" dirty="0"/>
              <a:t>Дарит подарки</a:t>
            </a:r>
          </a:p>
          <a:p>
            <a:pPr marL="0" indent="0">
              <a:buNone/>
            </a:pPr>
            <a:r>
              <a:rPr lang="ru-RU" sz="2000" b="1" dirty="0"/>
              <a:t>(экологичен в общении!!!)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F939A5-E5F6-43C7-A528-A3A7B91D1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2" y="1789044"/>
            <a:ext cx="3803372" cy="381026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РОДИТЕЛЬ, с которым ТРУДНО…</a:t>
            </a:r>
          </a:p>
          <a:p>
            <a:pPr marL="0" indent="0">
              <a:buNone/>
            </a:pPr>
            <a:r>
              <a:rPr lang="ru-RU" dirty="0"/>
              <a:t>Критикует, не умеет поддерживать</a:t>
            </a:r>
          </a:p>
          <a:p>
            <a:pPr marL="0" indent="0">
              <a:buNone/>
            </a:pPr>
            <a:r>
              <a:rPr lang="ru-RU" dirty="0"/>
              <a:t>Заботится только о том, о чем считает нужным</a:t>
            </a:r>
          </a:p>
          <a:p>
            <a:pPr marL="0" indent="0">
              <a:buNone/>
            </a:pPr>
            <a:r>
              <a:rPr lang="ru-RU" dirty="0"/>
              <a:t>Злорадствует, когда приходит на помощь</a:t>
            </a:r>
          </a:p>
          <a:p>
            <a:pPr marL="0" indent="0">
              <a:buNone/>
            </a:pPr>
            <a:r>
              <a:rPr lang="ru-RU" dirty="0"/>
              <a:t>Не ласкает, не нежен</a:t>
            </a:r>
          </a:p>
          <a:p>
            <a:pPr marL="0" indent="0">
              <a:buNone/>
            </a:pPr>
            <a:r>
              <a:rPr lang="ru-RU" dirty="0"/>
              <a:t>Не уделяет достаточно времени</a:t>
            </a:r>
          </a:p>
          <a:p>
            <a:pPr marL="0" indent="0">
              <a:buNone/>
            </a:pPr>
            <a:r>
              <a:rPr lang="ru-RU" dirty="0"/>
              <a:t>Подарками манипулирует</a:t>
            </a:r>
          </a:p>
          <a:p>
            <a:pPr marL="0" indent="0">
              <a:buNone/>
            </a:pPr>
            <a:r>
              <a:rPr lang="ru-RU" b="1" dirty="0"/>
              <a:t>(НЕ экологичен в общении!!!)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67910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548680"/>
            <a:ext cx="6706428" cy="63558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700" b="1" dirty="0"/>
              <a:t>РЕБЕНОК – ВСЕ МЫ РОДОМ ИЗ ДЕТСТВА! </a:t>
            </a:r>
            <a:br>
              <a:rPr lang="ru-RU" sz="2700" b="1" dirty="0"/>
            </a:br>
            <a:r>
              <a:rPr lang="ru-RU" sz="2700" b="1" dirty="0"/>
              <a:t>Наши детские реакции всегда с нами!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9954" y="1789044"/>
            <a:ext cx="3478696" cy="370092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РЕБЕНОК, с которым легко и интересно! </a:t>
            </a:r>
          </a:p>
          <a:p>
            <a:pPr marL="0" indent="0">
              <a:buNone/>
            </a:pPr>
            <a:r>
              <a:rPr lang="ru-RU" dirty="0"/>
              <a:t>Энергичен</a:t>
            </a:r>
          </a:p>
          <a:p>
            <a:pPr marL="0" indent="0">
              <a:buNone/>
            </a:pPr>
            <a:r>
              <a:rPr lang="ru-RU" dirty="0"/>
              <a:t>Послушен</a:t>
            </a:r>
          </a:p>
          <a:p>
            <a:pPr marL="0" indent="0">
              <a:buNone/>
            </a:pPr>
            <a:r>
              <a:rPr lang="ru-RU" dirty="0"/>
              <a:t>Эмпатичен, чувствителен</a:t>
            </a:r>
          </a:p>
          <a:p>
            <a:pPr marL="0" indent="0">
              <a:buNone/>
            </a:pPr>
            <a:r>
              <a:rPr lang="ru-RU" dirty="0"/>
              <a:t>Творческий</a:t>
            </a:r>
          </a:p>
          <a:p>
            <a:pPr marL="0" indent="0">
              <a:buNone/>
            </a:pPr>
            <a:r>
              <a:rPr lang="ru-RU" dirty="0"/>
              <a:t>Любознателен. Хочет все знать</a:t>
            </a:r>
          </a:p>
          <a:p>
            <a:pPr marL="0" indent="0">
              <a:buNone/>
            </a:pPr>
            <a:r>
              <a:rPr lang="ru-RU" dirty="0"/>
              <a:t>Легко прощает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F939A5-E5F6-43C7-A528-A3A7B91D1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1" y="1789044"/>
            <a:ext cx="3227732" cy="370092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РЕБЕНОК, с которым ТРУДНО…</a:t>
            </a:r>
          </a:p>
          <a:p>
            <a:pPr marL="0" indent="0">
              <a:buNone/>
            </a:pPr>
            <a:r>
              <a:rPr lang="ru-RU" dirty="0"/>
              <a:t>Уже пассивен</a:t>
            </a:r>
          </a:p>
          <a:p>
            <a:pPr marL="0" indent="0">
              <a:buNone/>
            </a:pPr>
            <a:r>
              <a:rPr lang="ru-RU" dirty="0"/>
              <a:t>Непослушный</a:t>
            </a:r>
          </a:p>
          <a:p>
            <a:pPr marL="0" indent="0">
              <a:buNone/>
            </a:pPr>
            <a:r>
              <a:rPr lang="ru-RU" dirty="0"/>
              <a:t>Не чувствует других людей</a:t>
            </a:r>
          </a:p>
          <a:p>
            <a:pPr marL="0" indent="0">
              <a:buNone/>
            </a:pPr>
            <a:r>
              <a:rPr lang="ru-RU" dirty="0"/>
              <a:t>Капризный! Назло!</a:t>
            </a:r>
          </a:p>
          <a:p>
            <a:pPr marL="0" indent="0">
              <a:buNone/>
            </a:pPr>
            <a:r>
              <a:rPr lang="ru-RU" dirty="0"/>
              <a:t>Упрямый</a:t>
            </a:r>
          </a:p>
          <a:p>
            <a:pPr marL="0" indent="0">
              <a:buNone/>
            </a:pPr>
            <a:r>
              <a:rPr lang="ru-RU" dirty="0"/>
              <a:t>Мстительный</a:t>
            </a:r>
          </a:p>
          <a:p>
            <a:pPr marL="0" indent="0">
              <a:buNone/>
            </a:pPr>
            <a:r>
              <a:rPr lang="ru-RU" dirty="0"/>
              <a:t>Агрессивен</a:t>
            </a:r>
          </a:p>
        </p:txBody>
      </p:sp>
    </p:spTree>
    <p:extLst>
      <p:ext uri="{BB962C8B-B14F-4D97-AF65-F5344CB8AC3E}">
        <p14:creationId xmlns:p14="http://schemas.microsoft.com/office/powerpoint/2010/main" val="25702924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6652" y="534780"/>
            <a:ext cx="9740348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/>
              <a:t>Важно стать хорошим родителем самому себе!</a:t>
            </a:r>
            <a:br>
              <a:rPr lang="ru-RU" dirty="0"/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46652" y="1762125"/>
            <a:ext cx="7440061" cy="42338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Поддерживаем себя, а не критикуем, не укоряем, если что-то не так</a:t>
            </a:r>
          </a:p>
          <a:p>
            <a:pPr marL="0" indent="0">
              <a:buNone/>
            </a:pPr>
            <a:r>
              <a:rPr lang="ru-RU" i="1" dirty="0">
                <a:solidFill>
                  <a:srgbClr val="00B050"/>
                </a:solidFill>
              </a:rPr>
              <a:t>«Ну, не получилось сегодня, получится завтра!»</a:t>
            </a:r>
          </a:p>
          <a:p>
            <a:pPr marL="0" indent="0">
              <a:buNone/>
            </a:pPr>
            <a:r>
              <a:rPr lang="ru-RU" i="1" dirty="0">
                <a:solidFill>
                  <a:srgbClr val="00B050"/>
                </a:solidFill>
              </a:rPr>
              <a:t>«Кто не ошибается, тот ничего не делает!»</a:t>
            </a:r>
          </a:p>
          <a:p>
            <a:pPr marL="0" indent="0">
              <a:buNone/>
            </a:pPr>
            <a:r>
              <a:rPr lang="ru-RU" i="1" dirty="0">
                <a:solidFill>
                  <a:srgbClr val="00B050"/>
                </a:solidFill>
              </a:rPr>
              <a:t>«ну, правда не задумалась о последствиях, делаем выводы!»</a:t>
            </a:r>
          </a:p>
          <a:p>
            <a:pPr marL="0" indent="0">
              <a:buNone/>
            </a:pPr>
            <a:r>
              <a:rPr lang="ru-RU" dirty="0"/>
              <a:t>Заботимся о всех потребностях (Тема: любовь к себе!)</a:t>
            </a:r>
          </a:p>
          <a:p>
            <a:pPr marL="0" indent="0">
              <a:buNone/>
            </a:pPr>
            <a:r>
              <a:rPr lang="ru-RU" dirty="0"/>
              <a:t>Ищем </a:t>
            </a:r>
            <a:r>
              <a:rPr lang="ru-RU" dirty="0" err="1"/>
              <a:t>обнималки</a:t>
            </a:r>
            <a:r>
              <a:rPr lang="ru-RU" dirty="0"/>
              <a:t>! Заводим традицию! Ходим на расслабляющий массаж!</a:t>
            </a:r>
          </a:p>
          <a:p>
            <a:pPr marL="0" indent="0">
              <a:buNone/>
            </a:pPr>
            <a:r>
              <a:rPr lang="ru-RU" dirty="0"/>
              <a:t>Уделяем время себе любимым, делаем подарки</a:t>
            </a:r>
          </a:p>
          <a:p>
            <a:pPr marL="0" indent="0">
              <a:buNone/>
            </a:pPr>
            <a:r>
              <a:rPr lang="ru-RU" dirty="0"/>
              <a:t>Экологично общаемся с собой!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 descr="Картинки по запросу &quot;шаги к здоровой самооценке&quot;">
            <a:extLst>
              <a:ext uri="{FF2B5EF4-FFF2-40B4-BE49-F238E27FC236}">
                <a16:creationId xmlns:a16="http://schemas.microsoft.com/office/drawing/2014/main" id="{DC240562-E1C1-4271-9A8F-A04872521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042" y="3429000"/>
            <a:ext cx="3151747" cy="223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9528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02314" y="300111"/>
            <a:ext cx="4043551" cy="740898"/>
          </a:xfrm>
        </p:spPr>
        <p:txBody>
          <a:bodyPr/>
          <a:lstStyle/>
          <a:p>
            <a:r>
              <a:rPr lang="ru-RU" dirty="0"/>
              <a:t>Манипуляция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77334" y="1209822"/>
            <a:ext cx="8596668" cy="4831541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Манипуляция </a:t>
            </a:r>
            <a:r>
              <a:rPr lang="ru-RU" dirty="0"/>
              <a:t>- Это психологическое воздействие (влияние) на человека, с целью получить желаемое так, чтобы он сделал это сам, вроде бы по своей воле.</a:t>
            </a:r>
          </a:p>
          <a:p>
            <a:endParaRPr lang="ru-RU" dirty="0"/>
          </a:p>
          <a:p>
            <a:r>
              <a:rPr lang="ru-RU" dirty="0"/>
              <a:t> Как еще мы можем влиять?</a:t>
            </a:r>
          </a:p>
          <a:p>
            <a:r>
              <a:rPr lang="ru-RU" b="1" dirty="0"/>
              <a:t>Экологично: </a:t>
            </a:r>
            <a:r>
              <a:rPr lang="ru-RU" dirty="0"/>
              <a:t>договариваемся и  аргументируем. Это бережное общение. </a:t>
            </a:r>
          </a:p>
          <a:p>
            <a:r>
              <a:rPr lang="ru-RU" b="1" dirty="0"/>
              <a:t>Директивно: </a:t>
            </a:r>
            <a:r>
              <a:rPr lang="ru-RU" dirty="0"/>
              <a:t>открытое принуждение, команды.</a:t>
            </a:r>
          </a:p>
          <a:p>
            <a:r>
              <a:rPr lang="ru-RU" b="1" dirty="0"/>
              <a:t>Манипуляция занимает срединное положение</a:t>
            </a:r>
            <a:r>
              <a:rPr lang="ru-RU" dirty="0"/>
              <a:t> - это тоже принуждение, но скрытое. Человек воспринимается, как средство для достижения целей.</a:t>
            </a:r>
          </a:p>
          <a:p>
            <a:r>
              <a:rPr lang="ru-RU" b="1" dirty="0"/>
              <a:t>Манипулирование </a:t>
            </a:r>
            <a:r>
              <a:rPr lang="ru-RU" dirty="0"/>
              <a:t>- это управление другим человеком настолько искусно, что объект думает, что сам управляет своим поведением.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55600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7511" y="439968"/>
            <a:ext cx="5201336" cy="628357"/>
          </a:xfrm>
        </p:spPr>
        <p:txBody>
          <a:bodyPr>
            <a:normAutofit fontScale="90000"/>
          </a:bodyPr>
          <a:lstStyle/>
          <a:p>
            <a:r>
              <a:rPr lang="ru-RU" dirty="0"/>
              <a:t>ВАШИ ЛЮБИМЫЕ КНОПКИ?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81521" y="1544288"/>
            <a:ext cx="8596668" cy="4873744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«На ДУРАКА не нужен нож, ему с три короба наврешь и делай с ним что </a:t>
            </a:r>
            <a:r>
              <a:rPr lang="ru-RU" dirty="0" err="1"/>
              <a:t>хошь</a:t>
            </a:r>
            <a:r>
              <a:rPr lang="ru-RU" dirty="0"/>
              <a:t>»</a:t>
            </a:r>
          </a:p>
          <a:p>
            <a:r>
              <a:rPr lang="ru-RU" dirty="0"/>
              <a:t>Превознесение компетентности, успеха. </a:t>
            </a:r>
          </a:p>
          <a:p>
            <a:r>
              <a:rPr lang="ru-RU" dirty="0"/>
              <a:t>«Спасатель». «Спаси меня»</a:t>
            </a:r>
          </a:p>
          <a:p>
            <a:r>
              <a:rPr lang="ru-RU" dirty="0"/>
              <a:t>«Я на тебя рассчитываю».</a:t>
            </a:r>
          </a:p>
          <a:p>
            <a:r>
              <a:rPr lang="ru-RU" dirty="0"/>
              <a:t>«Ты и только ты».</a:t>
            </a:r>
          </a:p>
          <a:p>
            <a:r>
              <a:rPr lang="ru-RU" dirty="0"/>
              <a:t>«Настоящий мужчина».</a:t>
            </a:r>
          </a:p>
          <a:p>
            <a:r>
              <a:rPr lang="ru-RU" dirty="0"/>
              <a:t>Жалость к детям.</a:t>
            </a:r>
          </a:p>
          <a:p>
            <a:r>
              <a:rPr lang="ru-RU" dirty="0"/>
              <a:t>Вызывание чувства вины, стыда, страха.</a:t>
            </a:r>
          </a:p>
          <a:p>
            <a:r>
              <a:rPr lang="ru-RU" dirty="0"/>
              <a:t>Должна быть хорошей … мать, хозяйка, настоящая женщина, сексапильность …</a:t>
            </a:r>
          </a:p>
          <a:p>
            <a:r>
              <a:rPr lang="ru-RU" dirty="0"/>
              <a:t>Общие интересы, перспективы роста.  </a:t>
            </a:r>
          </a:p>
          <a:p>
            <a:r>
              <a:rPr lang="ru-RU" dirty="0"/>
              <a:t>«Ты не как все», «ты не с нами», отвержение.</a:t>
            </a:r>
          </a:p>
          <a:p>
            <a:r>
              <a:rPr lang="ru-RU" dirty="0"/>
              <a:t>Шантаж + манипуляция. </a:t>
            </a:r>
          </a:p>
          <a:p>
            <a:r>
              <a:rPr lang="ru-RU" dirty="0"/>
              <a:t>Лесть.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4CC4B-FEF8-48C5-BD9A-84337E1EC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391" y="494470"/>
            <a:ext cx="9512030" cy="271389"/>
          </a:xfrm>
        </p:spPr>
        <p:txBody>
          <a:bodyPr>
            <a:normAutofit fontScale="90000"/>
          </a:bodyPr>
          <a:lstStyle/>
          <a:p>
            <a:r>
              <a:rPr lang="ru-RU" dirty="0"/>
              <a:t>Почему люди манипулируют?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C01F5C-7896-4FE4-A512-59F487B37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977" y="1406484"/>
            <a:ext cx="8763000" cy="5061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 манипуляции любой человек прибегает </a:t>
            </a:r>
          </a:p>
          <a:p>
            <a:r>
              <a:rPr lang="ru-RU" dirty="0"/>
              <a:t>от слабости: невозможности добиться своего экологичным путем</a:t>
            </a:r>
          </a:p>
          <a:p>
            <a:r>
              <a:rPr lang="ru-RU" dirty="0"/>
              <a:t>от хитрости: в надежде, что другой не заметит манипуляции, сделает то, в чем нуждается манипулятор. Манипулятору же не надо будет «расплачиваться» за полученное. 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62609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705164" y="378780"/>
            <a:ext cx="4826289" cy="726831"/>
          </a:xfrm>
        </p:spPr>
        <p:txBody>
          <a:bodyPr>
            <a:normAutofit fontScale="90000"/>
          </a:bodyPr>
          <a:lstStyle/>
          <a:p>
            <a:r>
              <a:rPr lang="ru-RU" dirty="0"/>
              <a:t>Техники ухода от манипуляции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677334" y="1448972"/>
            <a:ext cx="10315344" cy="47994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1. </a:t>
            </a:r>
            <a:r>
              <a:rPr lang="ru-RU" sz="2400" b="1" dirty="0"/>
              <a:t>«Эмпатическое взаимодействие»  </a:t>
            </a:r>
            <a:r>
              <a:rPr lang="ru-RU" sz="2400" dirty="0"/>
              <a:t>Обращаемся к чувствам манипулятора.</a:t>
            </a:r>
            <a:endParaRPr lang="ru-RU" sz="2400" b="1" dirty="0"/>
          </a:p>
          <a:p>
            <a:pPr marL="0" indent="0">
              <a:buNone/>
            </a:pPr>
            <a:r>
              <a:rPr lang="ru-RU" sz="2400" dirty="0"/>
              <a:t>2. «</a:t>
            </a:r>
            <a:r>
              <a:rPr lang="ru-RU" sz="2400" b="1" dirty="0"/>
              <a:t>Заезженная пластинка»   </a:t>
            </a:r>
            <a:r>
              <a:rPr lang="ru-RU" sz="2400" dirty="0"/>
              <a:t>Монотонно и доброжелательно повторяем одну и ту же фразу. </a:t>
            </a:r>
          </a:p>
          <a:p>
            <a:pPr marL="0" indent="0">
              <a:buNone/>
            </a:pPr>
            <a:r>
              <a:rPr lang="ru-RU" sz="2400" dirty="0"/>
              <a:t>3. </a:t>
            </a:r>
            <a:r>
              <a:rPr lang="ru-RU" sz="2400" b="1" dirty="0"/>
              <a:t>«Внешнее согласие» </a:t>
            </a:r>
            <a:r>
              <a:rPr lang="ru-RU" sz="2400" dirty="0"/>
              <a:t>Соглашаемся с той частью, которая похожа на правду.</a:t>
            </a:r>
          </a:p>
          <a:p>
            <a:r>
              <a:rPr lang="ru-RU" sz="2400" dirty="0"/>
              <a:t>4. </a:t>
            </a:r>
            <a:r>
              <a:rPr lang="ru-RU" sz="2400" b="1" dirty="0"/>
              <a:t>«Уточняющий вопрос»  </a:t>
            </a:r>
            <a:r>
              <a:rPr lang="ru-RU" sz="2400" dirty="0"/>
              <a:t>Прояснение сути: «Что Вы имели в виду, когда говорите о…» «Какие факты Вы имели в виду?» </a:t>
            </a:r>
          </a:p>
          <a:p>
            <a:r>
              <a:rPr lang="ru-RU" sz="2400" dirty="0"/>
              <a:t>Определение  целей манипулятора: «Что ты хочешь этим сказать?» «Почему Вы </a:t>
            </a:r>
            <a:r>
              <a:rPr lang="ru-RU" sz="2400" dirty="0" err="1"/>
              <a:t>спрашиаете</a:t>
            </a:r>
            <a:r>
              <a:rPr lang="ru-RU" sz="2400" dirty="0"/>
              <a:t> об этом именно сейчас?»</a:t>
            </a:r>
            <a:endParaRPr lang="ru-RU" sz="2400" b="1" dirty="0"/>
          </a:p>
          <a:p>
            <a:pPr marL="0" indent="0">
              <a:buNone/>
            </a:pPr>
            <a:r>
              <a:rPr lang="ru-RU" sz="2400" dirty="0"/>
              <a:t>5. </a:t>
            </a:r>
            <a:r>
              <a:rPr lang="ru-RU" sz="2400" b="1" dirty="0"/>
              <a:t>«Английский профессор» </a:t>
            </a:r>
            <a:r>
              <a:rPr lang="ru-RU" sz="2400" dirty="0"/>
              <a:t>«Это неотъемлемая часть моей личности…»</a:t>
            </a:r>
          </a:p>
          <a:p>
            <a:r>
              <a:rPr lang="ru-RU" sz="2400" dirty="0"/>
              <a:t>«Не согласуется с моими убеждениями»</a:t>
            </a:r>
          </a:p>
          <a:p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21240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8EA0AB-041D-42D8-8CA4-8ADC34F2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Ссылка на мой инстаграм </a:t>
            </a:r>
            <a:r>
              <a:rPr lang="ru-RU" dirty="0">
                <a:sym typeface="Wingdings" panose="05000000000000000000" pitchFamily="2" charset="2"/>
              </a:rPr>
              <a:t></a:t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3DF5803-BCDF-4A16-92EE-D5E5F465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psy_ponomareva</a:t>
            </a:r>
            <a:endParaRPr lang="ru-RU" dirty="0"/>
          </a:p>
          <a:p>
            <a:r>
              <a:rPr lang="ru-RU" dirty="0"/>
              <a:t>Телеграмм канал:</a:t>
            </a:r>
            <a:br>
              <a:rPr lang="ru-RU" dirty="0"/>
            </a:br>
            <a:r>
              <a:rPr lang="en-US" dirty="0">
                <a:solidFill>
                  <a:srgbClr val="00B050"/>
                </a:solidFill>
              </a:rPr>
              <a:t>https://t.me/Psy_Ponomareva</a:t>
            </a:r>
            <a:endParaRPr lang="ru-RU" dirty="0">
              <a:solidFill>
                <a:srgbClr val="00B050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08133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0226B56-EEC9-4452-9691-378D58317EC6}"/>
              </a:ext>
            </a:extLst>
          </p:cNvPr>
          <p:cNvGraphicFramePr>
            <a:graphicFrameLocks noGrp="1"/>
          </p:cNvGraphicFramePr>
          <p:nvPr/>
        </p:nvGraphicFramePr>
        <p:xfrm>
          <a:off x="1073426" y="1182757"/>
          <a:ext cx="8438324" cy="44726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5128">
                  <a:extLst>
                    <a:ext uri="{9D8B030D-6E8A-4147-A177-3AD203B41FA5}">
                      <a16:colId xmlns:a16="http://schemas.microsoft.com/office/drawing/2014/main" val="904663455"/>
                    </a:ext>
                  </a:extLst>
                </a:gridCol>
                <a:gridCol w="5202594">
                  <a:extLst>
                    <a:ext uri="{9D8B030D-6E8A-4147-A177-3AD203B41FA5}">
                      <a16:colId xmlns:a16="http://schemas.microsoft.com/office/drawing/2014/main" val="250661499"/>
                    </a:ext>
                  </a:extLst>
                </a:gridCol>
                <a:gridCol w="2660602">
                  <a:extLst>
                    <a:ext uri="{9D8B030D-6E8A-4147-A177-3AD203B41FA5}">
                      <a16:colId xmlns:a16="http://schemas.microsoft.com/office/drawing/2014/main" val="2646462932"/>
                    </a:ext>
                  </a:extLst>
                </a:gridCol>
              </a:tblGrid>
              <a:tr h="559076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№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Почему мужчины не берут ответственность?</a:t>
                      </a:r>
                    </a:p>
                    <a:p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Кто причина этого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6995823"/>
                  </a:ext>
                </a:extLst>
              </a:tr>
              <a:tr h="559076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Семейная история. Так воспитали.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Кто воспитывал?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1272910"/>
                  </a:ext>
                </a:extLst>
              </a:tr>
              <a:tr h="559076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Кто-то не дает взять ответственность, не доверяет.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Кто не доверят?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6790153"/>
                  </a:ext>
                </a:extLst>
              </a:tr>
              <a:tr h="559076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Кто-то уже взял ответственность или уже сделал дело.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Кто всё сделал?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0536399"/>
                  </a:ext>
                </a:extLst>
              </a:tr>
              <a:tr h="838614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Так удобнее, потому что… см. пункт 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Кто всё делает за мужчину и приучает к этому?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9983450"/>
                  </a:ext>
                </a:extLst>
              </a:tr>
              <a:tr h="838614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Долго думают (обдумывают решение в пещере).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Кто торопит, пилит, укоряет?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6756260"/>
                  </a:ext>
                </a:extLst>
              </a:tr>
              <a:tr h="559076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Боятся, что результат будет плохо оценен.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Боятся чьей критики?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9510299"/>
                  </a:ext>
                </a:extLst>
              </a:tr>
            </a:tbl>
          </a:graphicData>
        </a:graphic>
      </p:graphicFrame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A7C6048-AFB0-4B8A-B414-D1DD9C1B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4090"/>
            <a:ext cx="10972800" cy="749092"/>
          </a:xfrm>
        </p:spPr>
        <p:txBody>
          <a:bodyPr>
            <a:normAutofit fontScale="90000"/>
          </a:bodyPr>
          <a:lstStyle/>
          <a:p>
            <a:r>
              <a:rPr lang="ru-RU" sz="4400" dirty="0">
                <a:effectLst/>
              </a:rPr>
              <a:t>Почему мужчины не берут ответственность?</a:t>
            </a:r>
            <a:br>
              <a:rPr lang="ru-RU" sz="4400" dirty="0">
                <a:effectLst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6041457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ии 30.04.2020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ии 30.04.2020" id="{8EC166D9-960F-45B0-A4D3-64F2AD2DA673}" vid="{89611A37-9DA5-47CA-9E67-9EE3312C594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10944</TotalTime>
  <Words>3256</Words>
  <Application>Microsoft Office PowerPoint</Application>
  <PresentationFormat>Широкоэкранный</PresentationFormat>
  <Paragraphs>378</Paragraphs>
  <Slides>47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4" baseType="lpstr">
      <vt:lpstr>Arial</vt:lpstr>
      <vt:lpstr>Calibri</vt:lpstr>
      <vt:lpstr>Cambria</vt:lpstr>
      <vt:lpstr>HeliosBlack</vt:lpstr>
      <vt:lpstr>Symbol</vt:lpstr>
      <vt:lpstr>Times New Roman</vt:lpstr>
      <vt:lpstr>Шаблон презентации 30.04.2020</vt:lpstr>
      <vt:lpstr>«Гендерная психология. Коучинг отношений»</vt:lpstr>
      <vt:lpstr>Консультирование пар</vt:lpstr>
      <vt:lpstr>Презентация PowerPoint</vt:lpstr>
      <vt:lpstr> </vt:lpstr>
      <vt:lpstr> Основные навыки Эмоционального интеллекта </vt:lpstr>
      <vt:lpstr>Почему нам важно это знать? (мотиватор к работе)!!!</vt:lpstr>
      <vt:lpstr>Границы? О чем это? Или откуда у детей агрессия или замкнутость?</vt:lpstr>
      <vt:lpstr>Презентация PowerPoint</vt:lpstr>
      <vt:lpstr>Что разграничивают границы? </vt:lpstr>
      <vt:lpstr>Какие бывают Границы? </vt:lpstr>
      <vt:lpstr>Что разграничивают границы? </vt:lpstr>
      <vt:lpstr>Презентация PowerPoint</vt:lpstr>
      <vt:lpstr>Как мы понимаем, что наши границы нарушаются?</vt:lpstr>
      <vt:lpstr>Что еще?</vt:lpstr>
      <vt:lpstr>Как мы устанавливаем границы. Как правильно это делать</vt:lpstr>
      <vt:lpstr>Что мешает нам устанавливать и охранять свои границы</vt:lpstr>
      <vt:lpstr>Пять способов сказать «да» и «нет» </vt:lpstr>
      <vt:lpstr>Границы в отношениях с людьми Способность к поддержанию границ и построению близких отношений в сочетании определяет качество отношений с окружающими людьми.  </vt:lpstr>
      <vt:lpstr>Презентация PowerPoint</vt:lpstr>
      <vt:lpstr>Выстраиваем близкие отношения на 4 уровнях</vt:lpstr>
      <vt:lpstr>Первый уровень. Уровень обмена шаблонами</vt:lpstr>
      <vt:lpstr>Задание. Уровень обмена шаблонами</vt:lpstr>
      <vt:lpstr>Второй уровень. Уровень обмена информацией </vt:lpstr>
      <vt:lpstr>Третий уровень. Обмен мнениями</vt:lpstr>
      <vt:lpstr>Четвертый уровень. Обмен чувствами и эмоциями</vt:lpstr>
      <vt:lpstr>Презентация PowerPoint</vt:lpstr>
      <vt:lpstr>О любви к себе!</vt:lpstr>
      <vt:lpstr>Адекватная самооценка</vt:lpstr>
      <vt:lpstr>Презентация PowerPoint</vt:lpstr>
      <vt:lpstr>Что мешает адекватной самооценке?  Я не люблю себя?</vt:lpstr>
      <vt:lpstr>Упражнение. Составляем билль о моем праве любить себя</vt:lpstr>
      <vt:lpstr>Что еще мешает  адекватной самооценке?</vt:lpstr>
      <vt:lpstr>Мы зависим от мнения других людей. </vt:lpstr>
      <vt:lpstr>Я боюсь делать ошибки.</vt:lpstr>
      <vt:lpstr>Я ненавижу критику. </vt:lpstr>
      <vt:lpstr>Презентация PowerPoint</vt:lpstr>
      <vt:lpstr>Презентация PowerPoint</vt:lpstr>
      <vt:lpstr>Эгосостояния по Э. Берну и как нам использовать эти знания  </vt:lpstr>
      <vt:lpstr>РОДИТЕЛЬ – отражение всех родительских фигур в нашей жизни</vt:lpstr>
      <vt:lpstr>РЕБЕНОК – ВСЕ МЫ РОДОМ ИЗ ДЕТСТВА!  Наши детские реакции всегда с нами!</vt:lpstr>
      <vt:lpstr>Важно стать хорошим родителем самому себе! </vt:lpstr>
      <vt:lpstr>Манипуляция</vt:lpstr>
      <vt:lpstr>ВАШИ ЛЮБИМЫЕ КНОПКИ? </vt:lpstr>
      <vt:lpstr>Почему люди манипулируют? </vt:lpstr>
      <vt:lpstr>Техники ухода от манипуляции</vt:lpstr>
      <vt:lpstr>Ссылка на мой инстаграм  </vt:lpstr>
      <vt:lpstr>Почему мужчины не берут ответственность?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«Гендерная психология. Коучинг отношений»</dc:title>
  <dc:creator>Nataliya Ponomareva</dc:creator>
  <cp:lastModifiedBy>user</cp:lastModifiedBy>
  <cp:revision>35</cp:revision>
  <dcterms:created xsi:type="dcterms:W3CDTF">2021-01-22T16:57:16Z</dcterms:created>
  <dcterms:modified xsi:type="dcterms:W3CDTF">2025-02-01T21:08:16Z</dcterms:modified>
</cp:coreProperties>
</file>