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2CDE9"/>
          </a:solidFill>
        </a:fill>
      </a:tcStyle>
    </a:wholeTbl>
    <a:band2H>
      <a:tcTxStyle b="def" i="def"/>
      <a:tcStyle>
        <a:tcBdr/>
        <a:fill>
          <a:solidFill>
            <a:srgbClr val="F1E8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4DD"/>
          </a:solidFill>
        </a:fill>
      </a:tcStyle>
    </a:wholeTbl>
    <a:band2H>
      <a:tcTxStyle b="def" i="def"/>
      <a:tcStyle>
        <a:tcBdr/>
        <a:fill>
          <a:solidFill>
            <a:srgbClr val="E8F2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4CFCE"/>
          </a:solidFill>
        </a:fill>
      </a:tcStyle>
    </a:wholeTbl>
    <a:band2H>
      <a:tcTxStyle b="def" i="def"/>
      <a:tcStyle>
        <a:tcBdr/>
        <a:fill>
          <a:solidFill>
            <a:srgbClr val="FAE9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5" name="Shape 10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j-lt"/>
        <a:ea typeface="+mj-ea"/>
        <a:cs typeface="+mj-cs"/>
        <a:sym typeface="Calibri"/>
      </a:defRPr>
    </a:lvl1pPr>
    <a:lvl2pPr indent="228600" latinLnBrk="0">
      <a:defRPr sz="1200">
        <a:solidFill>
          <a:srgbClr val="FFFFFF"/>
        </a:solidFill>
        <a:latin typeface="+mj-lt"/>
        <a:ea typeface="+mj-ea"/>
        <a:cs typeface="+mj-cs"/>
        <a:sym typeface="Calibri"/>
      </a:defRPr>
    </a:lvl2pPr>
    <a:lvl3pPr indent="457200" latinLnBrk="0">
      <a:defRPr sz="1200">
        <a:solidFill>
          <a:srgbClr val="FFFFFF"/>
        </a:solidFill>
        <a:latin typeface="+mj-lt"/>
        <a:ea typeface="+mj-ea"/>
        <a:cs typeface="+mj-cs"/>
        <a:sym typeface="Calibri"/>
      </a:defRPr>
    </a:lvl3pPr>
    <a:lvl4pPr indent="685800" latinLnBrk="0">
      <a:defRPr sz="1200">
        <a:solidFill>
          <a:srgbClr val="FFFFFF"/>
        </a:solidFill>
        <a:latin typeface="+mj-lt"/>
        <a:ea typeface="+mj-ea"/>
        <a:cs typeface="+mj-cs"/>
        <a:sym typeface="Calibri"/>
      </a:defRPr>
    </a:lvl4pPr>
    <a:lvl5pPr indent="914400" latinLnBrk="0">
      <a:defRPr sz="1200">
        <a:solidFill>
          <a:srgbClr val="FFFFFF"/>
        </a:solidFill>
        <a:latin typeface="+mj-lt"/>
        <a:ea typeface="+mj-ea"/>
        <a:cs typeface="+mj-cs"/>
        <a:sym typeface="Calibri"/>
      </a:defRPr>
    </a:lvl5pPr>
    <a:lvl6pPr indent="1143000" latinLnBrk="0">
      <a:defRPr sz="1200">
        <a:solidFill>
          <a:srgbClr val="FFFFFF"/>
        </a:solidFill>
        <a:latin typeface="+mj-lt"/>
        <a:ea typeface="+mj-ea"/>
        <a:cs typeface="+mj-cs"/>
        <a:sym typeface="Calibri"/>
      </a:defRPr>
    </a:lvl6pPr>
    <a:lvl7pPr indent="1371600" latinLnBrk="0">
      <a:defRPr sz="1200">
        <a:solidFill>
          <a:srgbClr val="FFFFFF"/>
        </a:solidFill>
        <a:latin typeface="+mj-lt"/>
        <a:ea typeface="+mj-ea"/>
        <a:cs typeface="+mj-cs"/>
        <a:sym typeface="Calibri"/>
      </a:defRPr>
    </a:lvl7pPr>
    <a:lvl8pPr indent="1600200" latinLnBrk="0">
      <a:defRPr sz="1200">
        <a:solidFill>
          <a:srgbClr val="FFFFFF"/>
        </a:solidFill>
        <a:latin typeface="+mj-lt"/>
        <a:ea typeface="+mj-ea"/>
        <a:cs typeface="+mj-cs"/>
        <a:sym typeface="Calibri"/>
      </a:defRPr>
    </a:lvl8pPr>
    <a:lvl9pPr indent="1828800" latinLnBrk="0">
      <a:defRPr sz="1200">
        <a:solidFill>
          <a:srgbClr val="FFFFFF"/>
        </a:solidFill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Текст заголовка"/>
          <p:cNvSpPr txBox="1"/>
          <p:nvPr>
            <p:ph type="title"/>
          </p:nvPr>
        </p:nvSpPr>
        <p:spPr>
          <a:xfrm>
            <a:off x="3962398" y="1964265"/>
            <a:ext cx="7197728" cy="2421466"/>
          </a:xfrm>
          <a:prstGeom prst="rect">
            <a:avLst/>
          </a:prstGeom>
        </p:spPr>
        <p:txBody>
          <a:bodyPr/>
          <a:lstStyle>
            <a:lvl1pPr algn="r">
              <a:defRPr sz="48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4" name="Уровень текста 1…"/>
          <p:cNvSpPr txBox="1"/>
          <p:nvPr>
            <p:ph type="body" sz="quarter" idx="1"/>
          </p:nvPr>
        </p:nvSpPr>
        <p:spPr>
          <a:xfrm>
            <a:off x="3962398" y="4385731"/>
            <a:ext cx="7197728" cy="1405469"/>
          </a:xfrm>
          <a:prstGeom prst="rect">
            <a:avLst/>
          </a:prstGeom>
        </p:spPr>
        <p:txBody>
          <a:bodyPr/>
          <a:lstStyle>
            <a:lvl1pPr algn="r">
              <a:defRPr cap="all" sz="1800"/>
            </a:lvl1pPr>
            <a:lvl2pPr algn="r">
              <a:defRPr cap="all" sz="1800"/>
            </a:lvl2pPr>
            <a:lvl3pPr algn="r">
              <a:defRPr cap="all" sz="1800"/>
            </a:lvl3pPr>
            <a:lvl4pPr algn="r">
              <a:defRPr cap="all" sz="1800"/>
            </a:lvl4pPr>
            <a:lvl5pPr algn="r">
              <a:defRPr cap="all" sz="1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" name="Номер слайда"/>
          <p:cNvSpPr txBox="1"/>
          <p:nvPr>
            <p:ph type="sldNum" sz="quarter" idx="2"/>
          </p:nvPr>
        </p:nvSpPr>
        <p:spPr>
          <a:xfrm>
            <a:off x="10927250" y="5945233"/>
            <a:ext cx="232875" cy="22850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Текст заголовка"/>
          <p:cNvSpPr txBox="1"/>
          <p:nvPr>
            <p:ph type="title"/>
          </p:nvPr>
        </p:nvSpPr>
        <p:spPr>
          <a:xfrm>
            <a:off x="685801" y="609600"/>
            <a:ext cx="10131426" cy="1456268"/>
          </a:xfrm>
          <a:prstGeom prst="rect">
            <a:avLst/>
          </a:prstGeom>
        </p:spPr>
        <p:txBody>
          <a:bodyPr anchor="ctr"/>
          <a:lstStyle>
            <a:lvl1pPr>
              <a:defRPr sz="36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/>
          </p:nvPr>
        </p:nvSpPr>
        <p:spPr>
          <a:xfrm>
            <a:off x="973670" y="2218265"/>
            <a:ext cx="4709055" cy="576264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4" name="Text Placeholder 4"/>
          <p:cNvSpPr/>
          <p:nvPr>
            <p:ph type="body" sz="quarter" idx="21"/>
          </p:nvPr>
        </p:nvSpPr>
        <p:spPr>
          <a:xfrm>
            <a:off x="6096003" y="2226734"/>
            <a:ext cx="4722815" cy="576264"/>
          </a:xfrm>
          <a:prstGeom prst="rect">
            <a:avLst/>
          </a:prstGeom>
        </p:spPr>
        <p:txBody>
          <a:bodyPr anchor="b"/>
          <a:lstStyle/>
          <a:p>
            <a:pPr marL="285750" indent="-28575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екст заголовка"/>
          <p:cNvSpPr txBox="1"/>
          <p:nvPr>
            <p:ph type="title"/>
          </p:nvPr>
        </p:nvSpPr>
        <p:spPr>
          <a:xfrm>
            <a:off x="685800" y="2074333"/>
            <a:ext cx="3680887" cy="1371602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3" name="Уровень текста 1…"/>
          <p:cNvSpPr txBox="1"/>
          <p:nvPr>
            <p:ph type="body" sz="half" idx="1"/>
          </p:nvPr>
        </p:nvSpPr>
        <p:spPr>
          <a:xfrm>
            <a:off x="4648201" y="609601"/>
            <a:ext cx="6169028" cy="5181602"/>
          </a:xfrm>
          <a:prstGeom prst="rect">
            <a:avLst/>
          </a:prstGeom>
        </p:spPr>
        <p:txBody>
          <a:bodyPr anchor="ctr"/>
          <a:lstStyle>
            <a:lvl1pPr marL="285750" indent="-285750">
              <a:buClr>
                <a:srgbClr val="FFFFFF"/>
              </a:buClr>
              <a:buSzPct val="100000"/>
              <a:buFont typeface="Arial"/>
              <a:buChar char="•"/>
              <a:defRPr sz="1800"/>
            </a:lvl1pPr>
            <a:lvl2pPr marL="778668" indent="-321468">
              <a:buClr>
                <a:srgbClr val="FFFFFF"/>
              </a:buClr>
              <a:buSzPct val="100000"/>
              <a:buFont typeface="Arial"/>
              <a:buChar char="•"/>
              <a:defRPr sz="1800"/>
            </a:lvl2pPr>
            <a:lvl3pPr marL="1281792" indent="-367392">
              <a:buClr>
                <a:srgbClr val="FFFFFF"/>
              </a:buClr>
              <a:buSzPct val="100000"/>
              <a:buFont typeface="Arial"/>
              <a:buChar char="•"/>
              <a:defRPr sz="1800"/>
            </a:lvl3pPr>
            <a:lvl4pPr marL="1628775" indent="-257175">
              <a:buClr>
                <a:srgbClr val="FFFFFF"/>
              </a:buClr>
              <a:buSzPct val="100000"/>
              <a:buFont typeface="Arial"/>
              <a:buChar char="•"/>
              <a:defRPr sz="1800"/>
            </a:lvl4pPr>
            <a:lvl5pPr marL="2085975" indent="-257175">
              <a:buClr>
                <a:srgbClr val="FFFFFF"/>
              </a:buClr>
              <a:buSzPct val="100000"/>
              <a:buFont typeface="Arial"/>
              <a:buChar char="•"/>
              <a:defRPr sz="1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4" name="Text Placeholder 3"/>
          <p:cNvSpPr/>
          <p:nvPr>
            <p:ph type="body" sz="quarter" idx="21"/>
          </p:nvPr>
        </p:nvSpPr>
        <p:spPr>
          <a:xfrm>
            <a:off x="685799" y="3445933"/>
            <a:ext cx="3680887" cy="1828802"/>
          </a:xfrm>
          <a:prstGeom prst="rect">
            <a:avLst/>
          </a:prstGeom>
        </p:spPr>
        <p:txBody>
          <a:bodyPr/>
          <a:lstStyle/>
          <a:p>
            <a:pPr marL="285750" indent="-28575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Текст заголовка"/>
          <p:cNvSpPr txBox="1"/>
          <p:nvPr>
            <p:ph type="title"/>
          </p:nvPr>
        </p:nvSpPr>
        <p:spPr>
          <a:xfrm>
            <a:off x="685800" y="1600200"/>
            <a:ext cx="6164654" cy="1371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3" name="Picture Placeholder 2"/>
          <p:cNvSpPr/>
          <p:nvPr>
            <p:ph type="pic" sz="quarter" idx="21"/>
          </p:nvPr>
        </p:nvSpPr>
        <p:spPr>
          <a:xfrm>
            <a:off x="7536253" y="914400"/>
            <a:ext cx="3280976" cy="4572000"/>
          </a:xfrm>
          <a:prstGeom prst="rect">
            <a:avLst/>
          </a:prstGeom>
          <a:ln w="50800" cap="sq">
            <a:solidFill>
              <a:srgbClr val="FFFFFF">
                <a:alpha val="50000"/>
              </a:srgbClr>
            </a:solidFill>
            <a:miter lim="800000"/>
          </a:ln>
          <a:effectLst>
            <a:outerShdw sx="100000" sy="100000" kx="0" ky="0" algn="b" rotWithShape="0" blurRad="254000" dist="0" dir="0">
              <a:srgbClr val="000000">
                <a:alpha val="43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4" name="Уровень текста 1…"/>
          <p:cNvSpPr txBox="1"/>
          <p:nvPr>
            <p:ph type="body" sz="quarter" idx="1"/>
          </p:nvPr>
        </p:nvSpPr>
        <p:spPr>
          <a:xfrm>
            <a:off x="685800" y="2971800"/>
            <a:ext cx="6164654" cy="18288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3" name="Picture Placeholder 2"/>
          <p:cNvSpPr/>
          <p:nvPr>
            <p:ph type="pic" sz="half" idx="21"/>
          </p:nvPr>
        </p:nvSpPr>
        <p:spPr>
          <a:xfrm>
            <a:off x="1371599" y="932112"/>
            <a:ext cx="8759829" cy="3164976"/>
          </a:xfrm>
          <a:prstGeom prst="rect">
            <a:avLst/>
          </a:prstGeom>
          <a:ln w="50800" cap="sq">
            <a:solidFill>
              <a:srgbClr val="FFFFFF">
                <a:alpha val="50000"/>
              </a:srgbClr>
            </a:solidFill>
            <a:miter lim="800000"/>
          </a:ln>
          <a:effectLst>
            <a:outerShdw sx="100000" sy="100000" kx="0" ky="0" algn="b" rotWithShape="0" blurRad="254000" dist="0" dir="0">
              <a:srgbClr val="000000">
                <a:alpha val="43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4" name="Уровень текста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4"/>
          <p:cNvSpPr txBox="1"/>
          <p:nvPr/>
        </p:nvSpPr>
        <p:spPr>
          <a:xfrm>
            <a:off x="10283587" y="2479686"/>
            <a:ext cx="518162" cy="1111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cap="all" sz="8000">
                <a:solidFill>
                  <a:srgbClr val="FFFFFF"/>
                </a:solidFill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63" name="TextBox 10"/>
          <p:cNvSpPr txBox="1"/>
          <p:nvPr/>
        </p:nvSpPr>
        <p:spPr>
          <a:xfrm>
            <a:off x="533994" y="559823"/>
            <a:ext cx="518162" cy="1111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cap="all" sz="8000">
                <a:solidFill>
                  <a:srgbClr val="FFFFFF"/>
                </a:solidFill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64" name="Текст заголовка"/>
          <p:cNvSpPr txBox="1"/>
          <p:nvPr>
            <p:ph type="title"/>
          </p:nvPr>
        </p:nvSpPr>
        <p:spPr>
          <a:xfrm>
            <a:off x="992265" y="609601"/>
            <a:ext cx="9550402" cy="2743201"/>
          </a:xfrm>
          <a:prstGeom prst="rect">
            <a:avLst/>
          </a:prstGeom>
        </p:spPr>
        <p:txBody>
          <a:bodyPr anchor="ctr"/>
          <a:lstStyle>
            <a:lvl1pPr>
              <a:defRPr cap="none" sz="3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65" name="Уровень текста 1…"/>
          <p:cNvSpPr txBox="1"/>
          <p:nvPr>
            <p:ph type="body" sz="quarter" idx="1"/>
          </p:nvPr>
        </p:nvSpPr>
        <p:spPr>
          <a:xfrm>
            <a:off x="1097875" y="3352800"/>
            <a:ext cx="9339186" cy="381000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6" name="Text Placeholder 2"/>
          <p:cNvSpPr/>
          <p:nvPr>
            <p:ph type="body" sz="quarter" idx="21"/>
          </p:nvPr>
        </p:nvSpPr>
        <p:spPr>
          <a:xfrm>
            <a:off x="687463" y="4343400"/>
            <a:ext cx="10152371" cy="1447800"/>
          </a:xfrm>
          <a:prstGeom prst="rect">
            <a:avLst/>
          </a:prstGeom>
        </p:spPr>
        <p:txBody>
          <a:bodyPr anchor="ctr"/>
          <a:lstStyle/>
          <a:p>
            <a:pPr marL="285750" indent="-28575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</a:p>
        </p:txBody>
      </p:sp>
      <p:sp>
        <p:nvSpPr>
          <p:cNvPr id="6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Текст заголовка"/>
          <p:cNvSpPr txBox="1"/>
          <p:nvPr>
            <p:ph type="title"/>
          </p:nvPr>
        </p:nvSpPr>
        <p:spPr>
          <a:xfrm>
            <a:off x="685801" y="3308579"/>
            <a:ext cx="10131426" cy="1468802"/>
          </a:xfrm>
          <a:prstGeom prst="rect">
            <a:avLst/>
          </a:prstGeom>
        </p:spPr>
        <p:txBody>
          <a:bodyPr/>
          <a:lstStyle>
            <a:lvl1pPr>
              <a:defRPr cap="none" sz="3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75" name="Уровень текста 1…"/>
          <p:cNvSpPr txBox="1"/>
          <p:nvPr>
            <p:ph type="body" sz="quarter" idx="1"/>
          </p:nvPr>
        </p:nvSpPr>
        <p:spPr>
          <a:xfrm>
            <a:off x="685801" y="4777380"/>
            <a:ext cx="10131426" cy="860402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2"/>
          <p:cNvSpPr txBox="1"/>
          <p:nvPr/>
        </p:nvSpPr>
        <p:spPr>
          <a:xfrm>
            <a:off x="10283587" y="2479686"/>
            <a:ext cx="518162" cy="1111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cap="all" sz="8000">
                <a:solidFill>
                  <a:srgbClr val="FFFFFF"/>
                </a:solidFill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84" name="TextBox 13"/>
          <p:cNvSpPr txBox="1"/>
          <p:nvPr/>
        </p:nvSpPr>
        <p:spPr>
          <a:xfrm>
            <a:off x="533994" y="559823"/>
            <a:ext cx="518162" cy="1111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cap="all" sz="8000">
                <a:solidFill>
                  <a:srgbClr val="FFFFFF"/>
                </a:solidFill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85" name="Текст заголовка"/>
          <p:cNvSpPr txBox="1"/>
          <p:nvPr>
            <p:ph type="title"/>
          </p:nvPr>
        </p:nvSpPr>
        <p:spPr>
          <a:xfrm>
            <a:off x="992265" y="609601"/>
            <a:ext cx="9550402" cy="2743201"/>
          </a:xfrm>
          <a:prstGeom prst="rect">
            <a:avLst/>
          </a:prstGeom>
        </p:spPr>
        <p:txBody>
          <a:bodyPr anchor="ctr"/>
          <a:lstStyle>
            <a:lvl1pPr>
              <a:defRPr cap="none" sz="3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86" name="Уровень текста 1…"/>
          <p:cNvSpPr txBox="1"/>
          <p:nvPr>
            <p:ph type="body" sz="quarter" idx="1"/>
          </p:nvPr>
        </p:nvSpPr>
        <p:spPr>
          <a:xfrm>
            <a:off x="685800" y="3886200"/>
            <a:ext cx="10135438" cy="889000"/>
          </a:xfrm>
          <a:prstGeom prst="rect">
            <a:avLst/>
          </a:prstGeom>
        </p:spPr>
        <p:txBody>
          <a:bodyPr anchor="b"/>
          <a:lstStyle>
            <a:lvl1pPr marL="571500" indent="-857250">
              <a:defRPr sz="2400"/>
            </a:lvl1pPr>
            <a:lvl2pPr marL="885825" indent="-428625">
              <a:buSzPct val="100000"/>
              <a:buChar char="•"/>
              <a:defRPr sz="2400"/>
            </a:lvl2pPr>
            <a:lvl3pPr marL="1404257" indent="-489857">
              <a:buSzPct val="100000"/>
              <a:buChar char="•"/>
              <a:defRPr sz="2400"/>
            </a:lvl3pPr>
            <a:lvl4pPr marL="1714500" indent="-342900">
              <a:buSzPct val="100000"/>
              <a:buChar char="•"/>
              <a:defRPr sz="2400"/>
            </a:lvl4pPr>
            <a:lvl5pPr marL="2171700" indent="-342900">
              <a:buSzPct val="100000"/>
              <a:buChar char="•"/>
              <a:defRPr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7" name="Text Placeholder 2"/>
          <p:cNvSpPr/>
          <p:nvPr>
            <p:ph type="body" sz="quarter" idx="21"/>
          </p:nvPr>
        </p:nvSpPr>
        <p:spPr>
          <a:xfrm>
            <a:off x="685798" y="4775200"/>
            <a:ext cx="10135438" cy="1016000"/>
          </a:xfrm>
          <a:prstGeom prst="rect">
            <a:avLst/>
          </a:prstGeom>
        </p:spPr>
        <p:txBody>
          <a:bodyPr/>
          <a:lstStyle/>
          <a:p>
            <a:pPr marL="285750" indent="-28575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</a:p>
        </p:txBody>
      </p:sp>
      <p:sp>
        <p:nvSpPr>
          <p:cNvPr id="8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Текст заголовка"/>
          <p:cNvSpPr txBox="1"/>
          <p:nvPr>
            <p:ph type="title"/>
          </p:nvPr>
        </p:nvSpPr>
        <p:spPr>
          <a:xfrm>
            <a:off x="685801" y="609601"/>
            <a:ext cx="10131429" cy="2743201"/>
          </a:xfrm>
          <a:prstGeom prst="rect">
            <a:avLst/>
          </a:prstGeom>
        </p:spPr>
        <p:txBody>
          <a:bodyPr anchor="ctr"/>
          <a:lstStyle>
            <a:lvl1pPr>
              <a:defRPr sz="36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96" name="Уровень текста 1…"/>
          <p:cNvSpPr txBox="1"/>
          <p:nvPr>
            <p:ph type="body" sz="quarter" idx="1"/>
          </p:nvPr>
        </p:nvSpPr>
        <p:spPr>
          <a:xfrm>
            <a:off x="685801" y="3505200"/>
            <a:ext cx="10131429" cy="838200"/>
          </a:xfrm>
          <a:prstGeom prst="rect">
            <a:avLst/>
          </a:prstGeom>
        </p:spPr>
        <p:txBody>
          <a:bodyPr anchor="b"/>
          <a:lstStyle>
            <a:lvl1pPr marL="571500" indent="-857250">
              <a:defRPr sz="2800"/>
            </a:lvl1pPr>
            <a:lvl2pPr marL="957262" indent="-500062">
              <a:buSzPct val="100000"/>
              <a:buChar char="•"/>
              <a:defRPr sz="2800"/>
            </a:lvl2pPr>
            <a:lvl3pPr marL="1485900" indent="-571500">
              <a:buSzPct val="100000"/>
              <a:buChar char="•"/>
              <a:defRPr sz="2800"/>
            </a:lvl3pPr>
            <a:lvl4pPr marL="1771650" indent="-400050">
              <a:buSzPct val="100000"/>
              <a:buChar char="•"/>
              <a:defRPr sz="2800"/>
            </a:lvl4pPr>
            <a:lvl5pPr marL="2228850" indent="-400050">
              <a:buSzPct val="100000"/>
              <a:buChar char="•"/>
              <a:defRPr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7" name="Text Placeholder 2"/>
          <p:cNvSpPr/>
          <p:nvPr>
            <p:ph type="body" sz="quarter" idx="21"/>
          </p:nvPr>
        </p:nvSpPr>
        <p:spPr>
          <a:xfrm>
            <a:off x="685799" y="4343400"/>
            <a:ext cx="10131430" cy="1447800"/>
          </a:xfrm>
          <a:prstGeom prst="rect">
            <a:avLst/>
          </a:prstGeom>
        </p:spPr>
        <p:txBody>
          <a:bodyPr/>
          <a:lstStyle/>
          <a:p>
            <a:pPr marL="285750" indent="-28575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</a:p>
        </p:txBody>
      </p:sp>
      <p:sp>
        <p:nvSpPr>
          <p:cNvPr id="9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88825" cy="685621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Текст заголовка"/>
          <p:cNvSpPr txBox="1"/>
          <p:nvPr>
            <p:ph type="title"/>
          </p:nvPr>
        </p:nvSpPr>
        <p:spPr>
          <a:xfrm>
            <a:off x="685800" y="4732863"/>
            <a:ext cx="10131429" cy="5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b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4" name="Уровень текста 1…"/>
          <p:cNvSpPr txBox="1"/>
          <p:nvPr>
            <p:ph type="body" idx="1"/>
          </p:nvPr>
        </p:nvSpPr>
        <p:spPr>
          <a:xfrm>
            <a:off x="685800" y="5299602"/>
            <a:ext cx="10131429" cy="49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" name="Номер слайда"/>
          <p:cNvSpPr txBox="1"/>
          <p:nvPr>
            <p:ph type="sldNum" sz="quarter" idx="2"/>
          </p:nvPr>
        </p:nvSpPr>
        <p:spPr>
          <a:xfrm>
            <a:off x="10584353" y="5945233"/>
            <a:ext cx="232876" cy="22850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transition xmlns:p14="http://schemas.microsoft.com/office/powerpoint/2010/main" spd="med" advClick="1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4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4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4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4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4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4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4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4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400" u="none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0" marR="0" indent="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552700" marR="0" indent="-2667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09900" marR="0" indent="-2667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467100" marR="0" indent="-2667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3924300" marR="0" indent="-2667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Заголовок 1"/>
          <p:cNvSpPr txBox="1"/>
          <p:nvPr>
            <p:ph type="ctrTitle"/>
          </p:nvPr>
        </p:nvSpPr>
        <p:spPr>
          <a:xfrm>
            <a:off x="1751010" y="579664"/>
            <a:ext cx="8676225" cy="2539092"/>
          </a:xfrm>
          <a:prstGeom prst="rect">
            <a:avLst/>
          </a:prstGeom>
        </p:spPr>
        <p:txBody>
          <a:bodyPr/>
          <a:lstStyle/>
          <a:p>
            <a:pPr algn="ctr" defTabSz="228600">
              <a:defRPr sz="2700"/>
            </a:pPr>
            <a:br/>
            <a:br/>
            <a:br/>
            <a:br/>
            <a:br/>
            <a:r>
              <a:t>СУПРУЖЕСКОЕ  консультирование</a:t>
            </a:r>
          </a:p>
        </p:txBody>
      </p:sp>
      <p:sp>
        <p:nvSpPr>
          <p:cNvPr id="108" name="Подзаголовок 2"/>
          <p:cNvSpPr txBox="1"/>
          <p:nvPr>
            <p:ph type="subTitle" sz="quarter" idx="1"/>
          </p:nvPr>
        </p:nvSpPr>
        <p:spPr>
          <a:xfrm>
            <a:off x="2490258" y="3878036"/>
            <a:ext cx="7197729" cy="1518560"/>
          </a:xfrm>
          <a:prstGeom prst="rect">
            <a:avLst/>
          </a:prstGeom>
        </p:spPr>
        <p:txBody>
          <a:bodyPr/>
          <a:lstStyle/>
          <a:p>
            <a:pPr algn="ctr" defTabSz="452627">
              <a:lnSpc>
                <a:spcPct val="81000"/>
              </a:lnSpc>
              <a:spcBef>
                <a:spcPts val="900"/>
              </a:spcBef>
              <a:defRPr sz="2475"/>
            </a:pPr>
          </a:p>
          <a:p>
            <a:pPr algn="ctr" defTabSz="452627">
              <a:lnSpc>
                <a:spcPct val="81000"/>
              </a:lnSpc>
              <a:spcBef>
                <a:spcPts val="900"/>
              </a:spcBef>
              <a:defRPr sz="2475"/>
            </a:pPr>
            <a:r>
              <a:t>Предвестники развода. Улучшение супружеских отношений.</a:t>
            </a:r>
          </a:p>
          <a:p>
            <a:pPr algn="ctr" defTabSz="452627">
              <a:lnSpc>
                <a:spcPct val="81000"/>
              </a:lnSpc>
              <a:spcBef>
                <a:spcPts val="900"/>
              </a:spcBef>
              <a:defRPr sz="1584"/>
            </a:pPr>
            <a:r>
              <a:t>АЮ Кузин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Заголовок 1"/>
          <p:cNvSpPr txBox="1"/>
          <p:nvPr>
            <p:ph type="title"/>
          </p:nvPr>
        </p:nvSpPr>
        <p:spPr>
          <a:xfrm>
            <a:off x="1030287" y="279399"/>
            <a:ext cx="10131426" cy="732899"/>
          </a:xfrm>
          <a:prstGeom prst="rect">
            <a:avLst/>
          </a:prstGeom>
        </p:spPr>
        <p:txBody>
          <a:bodyPr/>
          <a:lstStyle>
            <a:lvl1pPr algn="ctr">
              <a:defRPr cap="all" sz="4400"/>
            </a:lvl1pPr>
          </a:lstStyle>
          <a:p>
            <a:pPr/>
            <a:r>
              <a:t>Предвестники развода</a:t>
            </a:r>
          </a:p>
        </p:txBody>
      </p:sp>
      <p:sp>
        <p:nvSpPr>
          <p:cNvPr id="111" name="Объект 2"/>
          <p:cNvSpPr txBox="1"/>
          <p:nvPr>
            <p:ph type="body" idx="1"/>
          </p:nvPr>
        </p:nvSpPr>
        <p:spPr>
          <a:xfrm>
            <a:off x="745066" y="1151467"/>
            <a:ext cx="10419295" cy="4952999"/>
          </a:xfrm>
          <a:prstGeom prst="rect">
            <a:avLst/>
          </a:prstGeom>
        </p:spPr>
        <p:txBody>
          <a:bodyPr/>
          <a:lstStyle/>
          <a:p>
            <a:pPr defTabSz="886967">
              <a:spcBef>
                <a:spcPts val="0"/>
              </a:spcBef>
              <a:defRPr sz="3200"/>
            </a:pPr>
            <a:r>
              <a:t>1.Жесткое начало разговора (в основном у женщин) 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2.Бесконечная критика партнера. Всегда есть высказываемое недовольство партнером. То, что делает партнер – неважно, а что не делает важно... 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3.Презрение к партнеру. Пренебрежительное отношение. 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4.Оправдания. Непризнание своей вины, даже если неправ. 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5.Наводнение. Когда собираются все обвинения в кучу. Одно цепляется за другое (в основном у женщин)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Заголовок 1"/>
          <p:cNvSpPr txBox="1"/>
          <p:nvPr>
            <p:ph type="title"/>
          </p:nvPr>
        </p:nvSpPr>
        <p:spPr>
          <a:xfrm>
            <a:off x="1030287" y="279399"/>
            <a:ext cx="10131426" cy="732899"/>
          </a:xfrm>
          <a:prstGeom prst="rect">
            <a:avLst/>
          </a:prstGeom>
        </p:spPr>
        <p:txBody>
          <a:bodyPr/>
          <a:lstStyle>
            <a:lvl1pPr algn="ctr">
              <a:defRPr cap="all" sz="4400"/>
            </a:lvl1pPr>
          </a:lstStyle>
          <a:p>
            <a:pPr/>
            <a:r>
              <a:t>Предвестники развода</a:t>
            </a:r>
          </a:p>
        </p:txBody>
      </p:sp>
      <p:sp>
        <p:nvSpPr>
          <p:cNvPr id="114" name="Объект 2"/>
          <p:cNvSpPr txBox="1"/>
          <p:nvPr>
            <p:ph type="body" idx="1"/>
          </p:nvPr>
        </p:nvSpPr>
        <p:spPr>
          <a:xfrm>
            <a:off x="745066" y="1151467"/>
            <a:ext cx="10419295" cy="4952999"/>
          </a:xfrm>
          <a:prstGeom prst="rect">
            <a:avLst/>
          </a:prstGeom>
        </p:spPr>
        <p:txBody>
          <a:bodyPr/>
          <a:lstStyle/>
          <a:p>
            <a:pPr defTabSz="886967">
              <a:spcBef>
                <a:spcPts val="0"/>
              </a:spcBef>
              <a:defRPr sz="3200"/>
            </a:pPr>
            <a:r>
              <a:t>6.Выстраивание стены (в основном у мужчин). В разговоре человек молчит, либо уходит. 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7.Язык тела. Высоко задранный подбородок во время конфликтов, ссор (в основном у мужчин) 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8.Неумение сгладить конфликт. Перевести в шутку, извиниться. Или сказать – давай поговорим позже, когда успокоимся. Эскалация конфликта, когда орут друг на друга. 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9.Мелочное припоминание, например, того, что было годы назад (в основном у женщин)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Заголовок 1"/>
          <p:cNvSpPr txBox="1"/>
          <p:nvPr>
            <p:ph type="title"/>
          </p:nvPr>
        </p:nvSpPr>
        <p:spPr>
          <a:xfrm>
            <a:off x="948268" y="872067"/>
            <a:ext cx="10131426" cy="732898"/>
          </a:xfrm>
          <a:prstGeom prst="rect">
            <a:avLst/>
          </a:prstGeom>
        </p:spPr>
        <p:txBody>
          <a:bodyPr/>
          <a:lstStyle>
            <a:lvl1pPr algn="ctr" defTabSz="416052">
              <a:defRPr cap="all" sz="4004"/>
            </a:lvl1pPr>
          </a:lstStyle>
          <a:p>
            <a:pPr/>
            <a:r>
              <a:t>Когда нет смысла сохранять отношения</a:t>
            </a:r>
          </a:p>
        </p:txBody>
      </p:sp>
      <p:sp>
        <p:nvSpPr>
          <p:cNvPr id="117" name="Объект 2"/>
          <p:cNvSpPr txBox="1"/>
          <p:nvPr>
            <p:ph type="body" idx="1"/>
          </p:nvPr>
        </p:nvSpPr>
        <p:spPr>
          <a:xfrm>
            <a:off x="762000" y="1786466"/>
            <a:ext cx="10402360" cy="4318000"/>
          </a:xfrm>
          <a:prstGeom prst="rect">
            <a:avLst/>
          </a:prstGeom>
        </p:spPr>
        <p:txBody>
          <a:bodyPr/>
          <a:lstStyle/>
          <a:p>
            <a:pPr defTabSz="886967">
              <a:spcBef>
                <a:spcPts val="0"/>
              </a:spcBef>
              <a:defRPr sz="3200"/>
            </a:pPr>
            <a:r>
              <a:t>-Вы воспринимаете проблемы в паре как суровые, серьезные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-Обсуждения становятся бесполезными. Каждый решает все проблемы самостоятельно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-Супруги начинают вести параллельные жизни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-Чувство одиночества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Заголовок 1"/>
          <p:cNvSpPr txBox="1"/>
          <p:nvPr>
            <p:ph type="title"/>
          </p:nvPr>
        </p:nvSpPr>
        <p:spPr>
          <a:xfrm>
            <a:off x="846668" y="1809980"/>
            <a:ext cx="10131426" cy="1468802"/>
          </a:xfrm>
          <a:prstGeom prst="rect">
            <a:avLst/>
          </a:prstGeom>
        </p:spPr>
        <p:txBody>
          <a:bodyPr/>
          <a:lstStyle/>
          <a:p>
            <a:pPr algn="ctr" defTabSz="420623">
              <a:defRPr cap="all" sz="4968"/>
            </a:pPr>
            <a:r>
              <a:t>этапы </a:t>
            </a:r>
            <a:br/>
            <a:r>
              <a:t>улучшения отношений в паре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Заголовок 1"/>
          <p:cNvSpPr txBox="1"/>
          <p:nvPr>
            <p:ph type="title"/>
          </p:nvPr>
        </p:nvSpPr>
        <p:spPr>
          <a:xfrm>
            <a:off x="1030287" y="448732"/>
            <a:ext cx="10131426" cy="732899"/>
          </a:xfrm>
          <a:prstGeom prst="rect">
            <a:avLst/>
          </a:prstGeom>
        </p:spPr>
        <p:txBody>
          <a:bodyPr/>
          <a:lstStyle>
            <a:lvl1pPr algn="ctr" defTabSz="886967">
              <a:defRPr cap="all" sz="4400"/>
            </a:lvl1pPr>
          </a:lstStyle>
          <a:p>
            <a:pPr/>
            <a:r>
              <a:t>1.Уточните ваши «любовные карты»</a:t>
            </a:r>
          </a:p>
        </p:txBody>
      </p:sp>
      <p:sp>
        <p:nvSpPr>
          <p:cNvPr id="122" name="Объект 2"/>
          <p:cNvSpPr txBox="1"/>
          <p:nvPr>
            <p:ph type="body" idx="1"/>
          </p:nvPr>
        </p:nvSpPr>
        <p:spPr>
          <a:xfrm>
            <a:off x="880532" y="1621897"/>
            <a:ext cx="10283829" cy="4482570"/>
          </a:xfrm>
          <a:prstGeom prst="rect">
            <a:avLst/>
          </a:prstGeom>
        </p:spPr>
        <p:txBody>
          <a:bodyPr/>
          <a:lstStyle/>
          <a:p>
            <a:pPr defTabSz="886967">
              <a:spcBef>
                <a:spcPts val="0"/>
              </a:spcBef>
              <a:defRPr sz="3200"/>
            </a:pPr>
            <a:r>
              <a:t>-опросник на подробность любовных карт. Любовная карта – информация о партнере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-игра на знание партнера  (напр 2 друга партнера)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-опросник «кто я» про триумфы и достижения и дает другому прочитать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-опросник «мои травмы»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-др опросники, которые более детально знакомят партнеров др с другом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Заголовок 1"/>
          <p:cNvSpPr txBox="1"/>
          <p:nvPr>
            <p:ph type="title"/>
          </p:nvPr>
        </p:nvSpPr>
        <p:spPr>
          <a:xfrm>
            <a:off x="584200" y="448732"/>
            <a:ext cx="11150600" cy="1710267"/>
          </a:xfrm>
          <a:prstGeom prst="rect">
            <a:avLst/>
          </a:prstGeom>
        </p:spPr>
        <p:txBody>
          <a:bodyPr/>
          <a:lstStyle>
            <a:lvl1pPr algn="ctr" defTabSz="816010">
              <a:defRPr cap="all" sz="4048"/>
            </a:lvl1pPr>
          </a:lstStyle>
          <a:p>
            <a:pPr/>
            <a:r>
              <a:t>2.Сохраняйте и поддерживайте свои теплые чувства и хорошее отношение к партнеру</a:t>
            </a:r>
          </a:p>
        </p:txBody>
      </p:sp>
      <p:sp>
        <p:nvSpPr>
          <p:cNvPr id="125" name="Объект 2"/>
          <p:cNvSpPr txBox="1"/>
          <p:nvPr>
            <p:ph type="body" idx="1"/>
          </p:nvPr>
        </p:nvSpPr>
        <p:spPr>
          <a:xfrm>
            <a:off x="855132" y="2235200"/>
            <a:ext cx="10309229" cy="3869267"/>
          </a:xfrm>
          <a:prstGeom prst="rect">
            <a:avLst/>
          </a:prstGeom>
        </p:spPr>
        <p:txBody>
          <a:bodyPr/>
          <a:lstStyle/>
          <a:p>
            <a:pPr defTabSz="886967">
              <a:spcBef>
                <a:spcPts val="0"/>
              </a:spcBef>
              <a:defRPr sz="2700"/>
            </a:pPr>
            <a:r>
              <a:t>-Теплые чувства и хорошее отношение к партнеру является антидотом презрения. </a:t>
            </a:r>
          </a:p>
          <a:p>
            <a:pPr defTabSz="886967">
              <a:spcBef>
                <a:spcPts val="0"/>
              </a:spcBef>
              <a:defRPr sz="2700"/>
            </a:pPr>
            <a:r>
              <a:t>-Если теплые чувства и хорошее отношение к партнеру утрачены, то брак вряд ли можно спасти. </a:t>
            </a:r>
          </a:p>
          <a:p>
            <a:pPr defTabSz="886967">
              <a:spcBef>
                <a:spcPts val="0"/>
              </a:spcBef>
              <a:defRPr sz="2700"/>
            </a:pPr>
            <a:r>
              <a:t>-Легче всего это восстановить, попросив пару вспомнить период знакомства, ухаживания, вступления в брак. </a:t>
            </a:r>
          </a:p>
          <a:p>
            <a:pPr defTabSz="886967">
              <a:spcBef>
                <a:spcPts val="0"/>
              </a:spcBef>
              <a:defRPr sz="2700"/>
            </a:pPr>
            <a:r>
              <a:t>-Есть др упражнения улучшающие отношения, напр Я благодарен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Заголовок 1"/>
          <p:cNvSpPr txBox="1"/>
          <p:nvPr>
            <p:ph type="title"/>
          </p:nvPr>
        </p:nvSpPr>
        <p:spPr>
          <a:xfrm>
            <a:off x="1030287" y="753533"/>
            <a:ext cx="10131426" cy="732899"/>
          </a:xfrm>
          <a:prstGeom prst="rect">
            <a:avLst/>
          </a:prstGeom>
        </p:spPr>
        <p:txBody>
          <a:bodyPr/>
          <a:lstStyle>
            <a:lvl1pPr algn="ctr" defTabSz="470093">
              <a:defRPr cap="all" sz="2332"/>
            </a:lvl1pPr>
          </a:lstStyle>
          <a:p>
            <a:pPr/>
            <a:r>
              <a:t>3.Повернитесь лицом друг к другу, вместо того, чтобы отворачиваться</a:t>
            </a:r>
          </a:p>
        </p:txBody>
      </p:sp>
      <p:sp>
        <p:nvSpPr>
          <p:cNvPr id="128" name="Объект 2"/>
          <p:cNvSpPr txBox="1"/>
          <p:nvPr>
            <p:ph type="body" idx="1"/>
          </p:nvPr>
        </p:nvSpPr>
        <p:spPr>
          <a:xfrm>
            <a:off x="880532" y="1621897"/>
            <a:ext cx="10283829" cy="4482570"/>
          </a:xfrm>
          <a:prstGeom prst="rect">
            <a:avLst/>
          </a:prstGeom>
        </p:spPr>
        <p:txBody>
          <a:bodyPr/>
          <a:lstStyle/>
          <a:p>
            <a:pPr defTabSz="886967">
              <a:spcBef>
                <a:spcPts val="0"/>
              </a:spcBef>
              <a:defRPr sz="3200"/>
            </a:pPr>
            <a:r>
              <a:t>-</a:t>
            </a:r>
            <a:r>
              <a:rPr b="1" sz="2700"/>
              <a:t>Счет в эмоциональном банке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</a:t>
            </a:r>
            <a:r>
              <a:rPr b="1" sz="2700"/>
              <a:t>Успешные пары: Как прошел день, апдейт, что у кого происходит, нет критики</a:t>
            </a:r>
            <a:endParaRPr sz="2700"/>
          </a:p>
          <a:p>
            <a:pPr defTabSz="886967">
              <a:spcBef>
                <a:spcPts val="0"/>
              </a:spcBef>
              <a:defRPr b="1" sz="2700"/>
            </a:pPr>
            <a:r>
              <a:t>-Встать на сторону другого</a:t>
            </a:r>
          </a:p>
          <a:p>
            <a:pPr defTabSz="886967">
              <a:spcBef>
                <a:spcPts val="0"/>
              </a:spcBef>
              <a:defRPr b="1" sz="2700"/>
            </a:pPr>
            <a:r>
              <a:t>-Выразить идею что мы против всех</a:t>
            </a:r>
          </a:p>
          <a:p>
            <a:pPr defTabSz="886967">
              <a:spcBef>
                <a:spcPts val="0"/>
              </a:spcBef>
              <a:defRPr b="1" sz="2700"/>
            </a:pPr>
            <a:r>
              <a:t>-Не давать советы, а поддержать «Ты – молодец!»</a:t>
            </a:r>
          </a:p>
          <a:p>
            <a:pPr defTabSz="886967">
              <a:spcBef>
                <a:spcPts val="0"/>
              </a:spcBef>
              <a:defRPr b="1" sz="2700"/>
            </a:pPr>
            <a:r>
              <a:t>-Есть упражнения в ваших материалах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Заголовок 1"/>
          <p:cNvSpPr txBox="1"/>
          <p:nvPr>
            <p:ph type="title"/>
          </p:nvPr>
        </p:nvSpPr>
        <p:spPr>
          <a:xfrm>
            <a:off x="550333" y="457200"/>
            <a:ext cx="11370735" cy="1164698"/>
          </a:xfrm>
          <a:prstGeom prst="rect">
            <a:avLst/>
          </a:prstGeom>
        </p:spPr>
        <p:txBody>
          <a:bodyPr/>
          <a:lstStyle/>
          <a:p>
            <a:pPr algn="ctr" defTabSz="762792">
              <a:defRPr cap="all" sz="3784"/>
            </a:pPr>
            <a:r>
              <a:t>4.Позвольте своему партнеру </a:t>
            </a:r>
            <a:br/>
            <a:r>
              <a:t>влиять на вас</a:t>
            </a:r>
          </a:p>
        </p:txBody>
      </p:sp>
      <p:sp>
        <p:nvSpPr>
          <p:cNvPr id="131" name="Объект 2"/>
          <p:cNvSpPr txBox="1"/>
          <p:nvPr>
            <p:ph type="body" idx="1"/>
          </p:nvPr>
        </p:nvSpPr>
        <p:spPr>
          <a:xfrm>
            <a:off x="880532" y="1621897"/>
            <a:ext cx="10283829" cy="4482570"/>
          </a:xfrm>
          <a:prstGeom prst="rect">
            <a:avLst/>
          </a:prstGeom>
        </p:spPr>
        <p:txBody>
          <a:bodyPr/>
          <a:lstStyle/>
          <a:p>
            <a:pPr defTabSz="886967">
              <a:spcBef>
                <a:spcPts val="0"/>
              </a:spcBef>
              <a:defRPr sz="3200"/>
            </a:pPr>
            <a:r>
              <a:t>-сделайте опросник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-учитесь у партнера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-находите плюсы партнера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Заголовок 1"/>
          <p:cNvSpPr txBox="1"/>
          <p:nvPr>
            <p:ph type="title"/>
          </p:nvPr>
        </p:nvSpPr>
        <p:spPr>
          <a:xfrm>
            <a:off x="1032934" y="558800"/>
            <a:ext cx="10131426" cy="821268"/>
          </a:xfrm>
          <a:prstGeom prst="rect">
            <a:avLst/>
          </a:prstGeom>
        </p:spPr>
        <p:txBody>
          <a:bodyPr/>
          <a:lstStyle>
            <a:lvl1pPr algn="ctr">
              <a:defRPr cap="all" sz="4400"/>
            </a:lvl1pPr>
          </a:lstStyle>
          <a:p>
            <a:pPr/>
            <a:r>
              <a:t>5.Решите технические проблемы</a:t>
            </a:r>
          </a:p>
        </p:txBody>
      </p:sp>
      <p:sp>
        <p:nvSpPr>
          <p:cNvPr id="134" name="Объект 2"/>
          <p:cNvSpPr txBox="1"/>
          <p:nvPr>
            <p:ph type="body" idx="1"/>
          </p:nvPr>
        </p:nvSpPr>
        <p:spPr>
          <a:xfrm>
            <a:off x="897466" y="1811866"/>
            <a:ext cx="10266895" cy="3674534"/>
          </a:xfrm>
          <a:prstGeom prst="rect">
            <a:avLst/>
          </a:prstGeom>
        </p:spPr>
        <p:txBody>
          <a:bodyPr/>
          <a:lstStyle/>
          <a:p>
            <a:pPr defTabSz="886967">
              <a:spcBef>
                <a:spcPts val="0"/>
              </a:spcBef>
              <a:defRPr sz="3200"/>
            </a:pPr>
            <a:r>
              <a:t>-два списка проблем (вечные и бытовые)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-запрет на решение вечных проблем (красных, горячих)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-выявление способов решения бытовых проблем (юмор, по очереди, компенсации, грандиозные жесты, сюрпризы, милые жесты, уступка, чего мне это будет стоить)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Заголовок 1"/>
          <p:cNvSpPr txBox="1"/>
          <p:nvPr>
            <p:ph type="title"/>
          </p:nvPr>
        </p:nvSpPr>
        <p:spPr>
          <a:xfrm>
            <a:off x="1032934" y="609600"/>
            <a:ext cx="10131426" cy="1346200"/>
          </a:xfrm>
          <a:prstGeom prst="rect">
            <a:avLst/>
          </a:prstGeom>
        </p:spPr>
        <p:txBody>
          <a:bodyPr/>
          <a:lstStyle>
            <a:lvl1pPr algn="ctr">
              <a:defRPr cap="all" sz="4400"/>
            </a:lvl1pPr>
          </a:lstStyle>
          <a:p>
            <a:pPr/>
            <a:r>
              <a:t>6. создайте диалог по поводу постоянных конфликтов</a:t>
            </a:r>
          </a:p>
        </p:txBody>
      </p:sp>
      <p:sp>
        <p:nvSpPr>
          <p:cNvPr id="137" name="Объект 2"/>
          <p:cNvSpPr txBox="1"/>
          <p:nvPr>
            <p:ph type="body" idx="1"/>
          </p:nvPr>
        </p:nvSpPr>
        <p:spPr>
          <a:xfrm>
            <a:off x="897466" y="2429933"/>
            <a:ext cx="10266895" cy="3674534"/>
          </a:xfrm>
          <a:prstGeom prst="rect">
            <a:avLst/>
          </a:prstGeom>
        </p:spPr>
        <p:txBody>
          <a:bodyPr/>
          <a:lstStyle>
            <a:lvl1pPr defTabSz="886967">
              <a:spcBef>
                <a:spcPts val="0"/>
              </a:spcBef>
              <a:defRPr sz="3200"/>
            </a:lvl1pPr>
          </a:lstStyle>
          <a:p>
            <a:pPr/>
            <a:r>
              <a:t>-какая мечта или травма стоит за принципиальностью (порядок и беспорядок)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Заголовок 1"/>
          <p:cNvSpPr txBox="1"/>
          <p:nvPr>
            <p:ph type="title"/>
          </p:nvPr>
        </p:nvSpPr>
        <p:spPr>
          <a:xfrm>
            <a:off x="1143000" y="592667"/>
            <a:ext cx="10131426" cy="732898"/>
          </a:xfrm>
          <a:prstGeom prst="rect">
            <a:avLst/>
          </a:prstGeom>
        </p:spPr>
        <p:txBody>
          <a:bodyPr/>
          <a:lstStyle>
            <a:lvl1pPr algn="ctr">
              <a:defRPr cap="all" sz="4400"/>
            </a:lvl1pPr>
          </a:lstStyle>
          <a:p>
            <a:pPr/>
            <a:r>
              <a:t>7.Создайте общий смысл</a:t>
            </a:r>
          </a:p>
        </p:txBody>
      </p:sp>
      <p:sp>
        <p:nvSpPr>
          <p:cNvPr id="140" name="Объект 2"/>
          <p:cNvSpPr txBox="1"/>
          <p:nvPr>
            <p:ph type="body" idx="1"/>
          </p:nvPr>
        </p:nvSpPr>
        <p:spPr>
          <a:xfrm>
            <a:off x="880532" y="1621897"/>
            <a:ext cx="10283829" cy="4482570"/>
          </a:xfrm>
          <a:prstGeom prst="rect">
            <a:avLst/>
          </a:prstGeom>
        </p:spPr>
        <p:txBody>
          <a:bodyPr/>
          <a:lstStyle/>
          <a:p>
            <a:pPr defTabSz="886967">
              <a:spcBef>
                <a:spcPts val="0"/>
              </a:spcBef>
              <a:defRPr sz="3200"/>
            </a:pPr>
            <a:r>
              <a:t>-общие символы (Тигр и Мышь)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-ритуалы (вечерняя прогулка)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-традиции 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-памятные места (Плехановский рынок)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-семейные истории» </a:t>
            </a:r>
            <a:endParaRPr sz="2700"/>
          </a:p>
          <a:p>
            <a:pPr defTabSz="886967">
              <a:spcBef>
                <a:spcPts val="0"/>
              </a:spcBef>
              <a:defRPr sz="3200"/>
            </a:pPr>
            <a:r>
              <a:t>-предложение на 2 половину жизни (дети выросли)</a:t>
            </a:r>
          </a:p>
          <a:p>
            <a:pPr defTabSz="886967">
              <a:spcBef>
                <a:spcPts val="0"/>
              </a:spcBef>
              <a:defRPr sz="3200"/>
            </a:pPr>
            <a:r>
              <a:t>-т.е. всего того, что обеспечивало бы духовное родство супругов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Небеса">
  <a:themeElements>
    <a:clrScheme name="Небеса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0000FF"/>
      </a:hlink>
      <a:folHlink>
        <a:srgbClr val="FF00FF"/>
      </a:folHlink>
    </a:clrScheme>
    <a:fontScheme name="Небеса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Небес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381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50800" dist="381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50800" dist="381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381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381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Небеса">
  <a:themeElements>
    <a:clrScheme name="Небеса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0000FF"/>
      </a:hlink>
      <a:folHlink>
        <a:srgbClr val="FF00FF"/>
      </a:folHlink>
    </a:clrScheme>
    <a:fontScheme name="Небеса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Небес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381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50800" dist="381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50800" dist="381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381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381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