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2CDE9"/>
          </a:solidFill>
        </a:fill>
      </a:tcStyle>
    </a:wholeTbl>
    <a:band2H>
      <a:tcTxStyle b="def" i="def"/>
      <a:tcStyle>
        <a:tcBdr/>
        <a:fill>
          <a:solidFill>
            <a:srgbClr val="F1E8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4DD"/>
          </a:solidFill>
        </a:fill>
      </a:tcStyle>
    </a:wholeTbl>
    <a:band2H>
      <a:tcTxStyle b="def" i="def"/>
      <a:tcStyle>
        <a:tcBdr/>
        <a:fill>
          <a:solidFill>
            <a:srgbClr val="E8F2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FCE"/>
          </a:solidFill>
        </a:fill>
      </a:tcStyle>
    </a:wholeTbl>
    <a:band2H>
      <a:tcTxStyle b="def" i="def"/>
      <a:tcStyle>
        <a:tcBdr/>
        <a:fill>
          <a:solidFill>
            <a:srgbClr val="FAE9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заголовка"/>
          <p:cNvSpPr txBox="1"/>
          <p:nvPr>
            <p:ph type="title"/>
          </p:nvPr>
        </p:nvSpPr>
        <p:spPr>
          <a:xfrm>
            <a:off x="3962398" y="1964265"/>
            <a:ext cx="7197728" cy="2421466"/>
          </a:xfrm>
          <a:prstGeom prst="rect">
            <a:avLst/>
          </a:prstGeom>
        </p:spPr>
        <p:txBody>
          <a:bodyPr anchor="b"/>
          <a:lstStyle>
            <a:lvl1pPr algn="r">
              <a:defRPr sz="4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4" name="Уровень текста 1…"/>
          <p:cNvSpPr txBox="1"/>
          <p:nvPr>
            <p:ph type="body" sz="quarter" idx="1"/>
          </p:nvPr>
        </p:nvSpPr>
        <p:spPr>
          <a:xfrm>
            <a:off x="3962398" y="4385731"/>
            <a:ext cx="7197728" cy="1405469"/>
          </a:xfrm>
          <a:prstGeom prst="rect">
            <a:avLst/>
          </a:prstGeom>
        </p:spPr>
        <p:txBody>
          <a:bodyPr anchor="t"/>
          <a:lstStyle>
            <a:lvl1pPr marL="0" indent="0" algn="r">
              <a:buClrTx/>
              <a:buSzTx/>
              <a:buFontTx/>
              <a:buNone/>
              <a:defRPr cap="all"/>
            </a:lvl1pPr>
            <a:lvl2pPr marL="0" indent="0" algn="r">
              <a:buClrTx/>
              <a:buSzTx/>
              <a:buFontTx/>
              <a:buNone/>
              <a:defRPr cap="all"/>
            </a:lvl2pPr>
            <a:lvl3pPr marL="0" indent="0" algn="r">
              <a:buClrTx/>
              <a:buSzTx/>
              <a:buFontTx/>
              <a:buNone/>
              <a:defRPr cap="all"/>
            </a:lvl3pPr>
            <a:lvl4pPr marL="0" indent="0" algn="r">
              <a:buClrTx/>
              <a:buSzTx/>
              <a:buFontTx/>
              <a:buNone/>
              <a:defRPr cap="all"/>
            </a:lvl4pPr>
            <a:lvl5pPr marL="0" indent="0" algn="r">
              <a:buClrTx/>
              <a:buSzTx/>
              <a:buFontTx/>
              <a:buNone/>
              <a:defRPr cap="all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" name="Номер слайда"/>
          <p:cNvSpPr txBox="1"/>
          <p:nvPr>
            <p:ph type="sldNum" sz="quarter" idx="2"/>
          </p:nvPr>
        </p:nvSpPr>
        <p:spPr>
          <a:xfrm>
            <a:off x="10927250" y="5945233"/>
            <a:ext cx="232875" cy="22850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/>
          </p:nvPr>
        </p:nvSpPr>
        <p:spPr>
          <a:xfrm>
            <a:off x="973670" y="2218265"/>
            <a:ext cx="4709055" cy="576264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800"/>
            </a:lvl1pPr>
            <a:lvl2pPr marL="0" indent="0">
              <a:buClrTx/>
              <a:buSzTx/>
              <a:buFontTx/>
              <a:buNone/>
              <a:defRPr sz="2800"/>
            </a:lvl2pPr>
            <a:lvl3pPr marL="0" indent="0">
              <a:buClrTx/>
              <a:buSzTx/>
              <a:buFontTx/>
              <a:buNone/>
              <a:defRPr sz="2800"/>
            </a:lvl3pPr>
            <a:lvl4pPr marL="0" indent="0">
              <a:buClrTx/>
              <a:buSzTx/>
              <a:buFontTx/>
              <a:buNone/>
              <a:defRPr sz="2800"/>
            </a:lvl4pPr>
            <a:lvl5pPr marL="0" indent="0">
              <a:buClrTx/>
              <a:buSzTx/>
              <a:buFontTx/>
              <a:buNone/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4" name="Text Placeholder 4"/>
          <p:cNvSpPr/>
          <p:nvPr>
            <p:ph type="body" sz="quarter" idx="21"/>
          </p:nvPr>
        </p:nvSpPr>
        <p:spPr>
          <a:xfrm>
            <a:off x="6096003" y="2226734"/>
            <a:ext cx="4722815" cy="5762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Текст заголовка"/>
          <p:cNvSpPr txBox="1"/>
          <p:nvPr>
            <p:ph type="title"/>
          </p:nvPr>
        </p:nvSpPr>
        <p:spPr>
          <a:xfrm>
            <a:off x="685800" y="2074333"/>
            <a:ext cx="3680887" cy="1371602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4" name="Уровень текста 1…"/>
          <p:cNvSpPr txBox="1"/>
          <p:nvPr>
            <p:ph type="body" sz="half" idx="1"/>
          </p:nvPr>
        </p:nvSpPr>
        <p:spPr>
          <a:xfrm>
            <a:off x="4648201" y="609601"/>
            <a:ext cx="6169028" cy="518160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5" name="Text Placeholder 3"/>
          <p:cNvSpPr/>
          <p:nvPr>
            <p:ph type="body" sz="quarter" idx="21"/>
          </p:nvPr>
        </p:nvSpPr>
        <p:spPr>
          <a:xfrm>
            <a:off x="685799" y="3445933"/>
            <a:ext cx="3680887" cy="1828802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3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Текст заголовка"/>
          <p:cNvSpPr txBox="1"/>
          <p:nvPr>
            <p:ph type="title"/>
          </p:nvPr>
        </p:nvSpPr>
        <p:spPr>
          <a:xfrm>
            <a:off x="685800" y="1600200"/>
            <a:ext cx="6164654" cy="1371600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5" name="Picture Placeholder 2"/>
          <p:cNvSpPr/>
          <p:nvPr>
            <p:ph type="pic" sz="quarter" idx="21"/>
          </p:nvPr>
        </p:nvSpPr>
        <p:spPr>
          <a:xfrm>
            <a:off x="7536253" y="914400"/>
            <a:ext cx="3280976" cy="4572000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6" name="Уровень текста 1…"/>
          <p:cNvSpPr txBox="1"/>
          <p:nvPr>
            <p:ph type="body" sz="quarter" idx="1"/>
          </p:nvPr>
        </p:nvSpPr>
        <p:spPr>
          <a:xfrm>
            <a:off x="685800" y="2971800"/>
            <a:ext cx="6164654" cy="1828800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</a:lvl1pPr>
            <a:lvl2pPr marL="0" indent="0">
              <a:buClrTx/>
              <a:buSzTx/>
              <a:buFontTx/>
              <a:buNone/>
            </a:lvl2pPr>
            <a:lvl3pPr marL="0" indent="0">
              <a:buClrTx/>
              <a:buSzTx/>
              <a:buFontTx/>
              <a:buNone/>
            </a:lvl3pPr>
            <a:lvl4pPr marL="0" indent="0">
              <a:buClrTx/>
              <a:buSzTx/>
              <a:buFontTx/>
              <a:buNone/>
            </a:lvl4pPr>
            <a:lvl5pPr marL="0" indent="0">
              <a:buClrTx/>
              <a:buSzTx/>
              <a:buFontTx/>
              <a:buNone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Текст заголовка"/>
          <p:cNvSpPr txBox="1"/>
          <p:nvPr>
            <p:ph type="title"/>
          </p:nvPr>
        </p:nvSpPr>
        <p:spPr>
          <a:xfrm>
            <a:off x="685800" y="4732863"/>
            <a:ext cx="10131429" cy="56674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56" name="Picture Placeholder 2"/>
          <p:cNvSpPr/>
          <p:nvPr>
            <p:ph type="pic" sz="half" idx="21"/>
          </p:nvPr>
        </p:nvSpPr>
        <p:spPr>
          <a:xfrm>
            <a:off x="1371599" y="932112"/>
            <a:ext cx="8759829" cy="3164976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7" name="Уровень текста 1…"/>
          <p:cNvSpPr txBox="1"/>
          <p:nvPr>
            <p:ph type="body" sz="quarter" idx="1"/>
          </p:nvPr>
        </p:nvSpPr>
        <p:spPr>
          <a:xfrm>
            <a:off x="685800" y="5299602"/>
            <a:ext cx="10131429" cy="493714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1400"/>
            </a:lvl1pPr>
            <a:lvl2pPr marL="0" indent="0">
              <a:buClrTx/>
              <a:buSzTx/>
              <a:buFontTx/>
              <a:buNone/>
              <a:defRPr sz="1400"/>
            </a:lvl2pPr>
            <a:lvl3pPr marL="0" indent="0">
              <a:buClrTx/>
              <a:buSzTx/>
              <a:buFontTx/>
              <a:buNone/>
              <a:defRPr sz="1400"/>
            </a:lvl3pPr>
            <a:lvl4pPr marL="0" indent="0">
              <a:buClrTx/>
              <a:buSzTx/>
              <a:buFontTx/>
              <a:buNone/>
              <a:defRPr sz="1400"/>
            </a:lvl4pPr>
            <a:lvl5pPr marL="0" indent="0">
              <a:buClrTx/>
              <a:buSzTx/>
              <a:buFontTx/>
              <a:buNone/>
              <a:defRPr sz="1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Текст заголовка"/>
          <p:cNvSpPr txBox="1"/>
          <p:nvPr>
            <p:ph type="title"/>
          </p:nvPr>
        </p:nvSpPr>
        <p:spPr>
          <a:xfrm>
            <a:off x="685801" y="609601"/>
            <a:ext cx="10131429" cy="3124201"/>
          </a:xfrm>
          <a:prstGeom prst="rect">
            <a:avLst/>
          </a:prstGeom>
        </p:spPr>
        <p:txBody>
          <a:bodyPr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66" name="Уровень текста 1…"/>
          <p:cNvSpPr txBox="1"/>
          <p:nvPr>
            <p:ph type="body" sz="quarter" idx="1"/>
          </p:nvPr>
        </p:nvSpPr>
        <p:spPr>
          <a:xfrm>
            <a:off x="685800" y="4343400"/>
            <a:ext cx="10131429" cy="14478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000"/>
            </a:lvl1pPr>
            <a:lvl2pPr marL="0" indent="0">
              <a:buClrTx/>
              <a:buSzTx/>
              <a:buFontTx/>
              <a:buNone/>
              <a:defRPr sz="2000"/>
            </a:lvl2pPr>
            <a:lvl3pPr marL="0" indent="0">
              <a:buClrTx/>
              <a:buSzTx/>
              <a:buFontTx/>
              <a:buNone/>
              <a:defRPr sz="2000"/>
            </a:lvl3pPr>
            <a:lvl4pPr marL="0" indent="0">
              <a:buClrTx/>
              <a:buSzTx/>
              <a:buFontTx/>
              <a:buNone/>
              <a:defRPr sz="2000"/>
            </a:lvl4pPr>
            <a:lvl5pPr marL="0" indent="0">
              <a:buClrTx/>
              <a:buSzTx/>
              <a:buFontTx/>
              <a:buNone/>
              <a:defRPr sz="20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extBox 14"/>
          <p:cNvSpPr txBox="1"/>
          <p:nvPr/>
        </p:nvSpPr>
        <p:spPr>
          <a:xfrm>
            <a:off x="10283587" y="2479686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76" name="TextBox 10"/>
          <p:cNvSpPr txBox="1"/>
          <p:nvPr/>
        </p:nvSpPr>
        <p:spPr>
          <a:xfrm>
            <a:off x="533994" y="559823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77" name="Текст заголовка"/>
          <p:cNvSpPr txBox="1"/>
          <p:nvPr>
            <p:ph type="title"/>
          </p:nvPr>
        </p:nvSpPr>
        <p:spPr>
          <a:xfrm>
            <a:off x="992265" y="609601"/>
            <a:ext cx="9550402" cy="2743201"/>
          </a:xfrm>
          <a:prstGeom prst="rect">
            <a:avLst/>
          </a:prstGeom>
        </p:spPr>
        <p:txBody>
          <a:bodyPr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8" name="Уровень текста 1…"/>
          <p:cNvSpPr txBox="1"/>
          <p:nvPr>
            <p:ph type="body" sz="quarter" idx="1"/>
          </p:nvPr>
        </p:nvSpPr>
        <p:spPr>
          <a:xfrm>
            <a:off x="1097875" y="3352800"/>
            <a:ext cx="9339186" cy="3810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</a:lvl1pPr>
            <a:lvl2pPr marL="0" indent="0">
              <a:buClrTx/>
              <a:buSzTx/>
              <a:buFontTx/>
              <a:buNone/>
            </a:lvl2pPr>
            <a:lvl3pPr marL="0" indent="0">
              <a:buClrTx/>
              <a:buSzTx/>
              <a:buFontTx/>
              <a:buNone/>
            </a:lvl3pPr>
            <a:lvl4pPr marL="0" indent="0">
              <a:buClrTx/>
              <a:buSzTx/>
              <a:buFontTx/>
              <a:buNone/>
            </a:lvl4pPr>
            <a:lvl5pPr marL="0" indent="0">
              <a:buClrTx/>
              <a:buSzTx/>
              <a:buFontTx/>
              <a:buNone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9" name="Text Placeholder 2"/>
          <p:cNvSpPr/>
          <p:nvPr>
            <p:ph type="body" sz="quarter" idx="21"/>
          </p:nvPr>
        </p:nvSpPr>
        <p:spPr>
          <a:xfrm>
            <a:off x="687463" y="4343400"/>
            <a:ext cx="10152371" cy="1447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Текст заголовка"/>
          <p:cNvSpPr txBox="1"/>
          <p:nvPr>
            <p:ph type="title"/>
          </p:nvPr>
        </p:nvSpPr>
        <p:spPr>
          <a:xfrm>
            <a:off x="685801" y="3308579"/>
            <a:ext cx="10131426" cy="1468802"/>
          </a:xfrm>
          <a:prstGeom prst="rect">
            <a:avLst/>
          </a:prstGeom>
        </p:spPr>
        <p:txBody>
          <a:bodyPr anchor="b"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9" name="Уровень текста 1…"/>
          <p:cNvSpPr txBox="1"/>
          <p:nvPr>
            <p:ph type="body" sz="quarter" idx="1"/>
          </p:nvPr>
        </p:nvSpPr>
        <p:spPr>
          <a:xfrm>
            <a:off x="685801" y="4777380"/>
            <a:ext cx="10131426" cy="860402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2000"/>
            </a:lvl1pPr>
            <a:lvl2pPr marL="0" indent="0">
              <a:buClrTx/>
              <a:buSzTx/>
              <a:buFontTx/>
              <a:buNone/>
              <a:defRPr sz="2000"/>
            </a:lvl2pPr>
            <a:lvl3pPr marL="0" indent="0">
              <a:buClrTx/>
              <a:buSzTx/>
              <a:buFontTx/>
              <a:buNone/>
              <a:defRPr sz="2000"/>
            </a:lvl3pPr>
            <a:lvl4pPr marL="0" indent="0">
              <a:buClrTx/>
              <a:buSzTx/>
              <a:buFontTx/>
              <a:buNone/>
              <a:defRPr sz="2000"/>
            </a:lvl4pPr>
            <a:lvl5pPr marL="0" indent="0">
              <a:buClrTx/>
              <a:buSzTx/>
              <a:buFontTx/>
              <a:buNone/>
              <a:defRPr sz="20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Box 12"/>
          <p:cNvSpPr txBox="1"/>
          <p:nvPr/>
        </p:nvSpPr>
        <p:spPr>
          <a:xfrm>
            <a:off x="10283587" y="2479686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99" name="TextBox 13"/>
          <p:cNvSpPr txBox="1"/>
          <p:nvPr/>
        </p:nvSpPr>
        <p:spPr>
          <a:xfrm>
            <a:off x="533994" y="559823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00" name="Текст заголовка"/>
          <p:cNvSpPr txBox="1"/>
          <p:nvPr>
            <p:ph type="title"/>
          </p:nvPr>
        </p:nvSpPr>
        <p:spPr>
          <a:xfrm>
            <a:off x="992265" y="609601"/>
            <a:ext cx="9550402" cy="2743201"/>
          </a:xfrm>
          <a:prstGeom prst="rect">
            <a:avLst/>
          </a:prstGeom>
        </p:spPr>
        <p:txBody>
          <a:bodyPr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01" name="Уровень текста 1…"/>
          <p:cNvSpPr txBox="1"/>
          <p:nvPr>
            <p:ph type="body" sz="quarter" idx="1"/>
          </p:nvPr>
        </p:nvSpPr>
        <p:spPr>
          <a:xfrm>
            <a:off x="685800" y="3886200"/>
            <a:ext cx="10135438" cy="889000"/>
          </a:xfrm>
          <a:prstGeom prst="rect">
            <a:avLst/>
          </a:prstGeom>
        </p:spPr>
        <p:txBody>
          <a:bodyPr anchor="b"/>
          <a:lstStyle>
            <a:lvl1pPr marL="571500" indent="-857250">
              <a:buClrTx/>
              <a:buSzTx/>
              <a:buFontTx/>
              <a:buNone/>
              <a:defRPr sz="2400"/>
            </a:lvl1pPr>
            <a:lvl2pPr marL="885825" indent="-428625">
              <a:buClrTx/>
              <a:buFontTx/>
              <a:defRPr sz="2400"/>
            </a:lvl2pPr>
            <a:lvl3pPr marL="1404257" indent="-489857">
              <a:buClrTx/>
              <a:buFontTx/>
              <a:defRPr sz="2400"/>
            </a:lvl3pPr>
            <a:lvl4pPr marL="1714500" indent="-342900">
              <a:buClrTx/>
              <a:buFontTx/>
              <a:defRPr sz="2400"/>
            </a:lvl4pPr>
            <a:lvl5pPr marL="2171700" indent="-342900">
              <a:buClrTx/>
              <a:buFontTx/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2" name="Text Placeholder 2"/>
          <p:cNvSpPr/>
          <p:nvPr>
            <p:ph type="body" sz="quarter" idx="21"/>
          </p:nvPr>
        </p:nvSpPr>
        <p:spPr>
          <a:xfrm>
            <a:off x="685798" y="4775200"/>
            <a:ext cx="10135438" cy="1016000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0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Текст заголовка"/>
          <p:cNvSpPr txBox="1"/>
          <p:nvPr>
            <p:ph type="title"/>
          </p:nvPr>
        </p:nvSpPr>
        <p:spPr>
          <a:xfrm>
            <a:off x="685801" y="609601"/>
            <a:ext cx="10131429" cy="27432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12" name="Уровень текста 1…"/>
          <p:cNvSpPr txBox="1"/>
          <p:nvPr>
            <p:ph type="body" sz="quarter" idx="1"/>
          </p:nvPr>
        </p:nvSpPr>
        <p:spPr>
          <a:xfrm>
            <a:off x="685801" y="3505200"/>
            <a:ext cx="10131429" cy="838200"/>
          </a:xfrm>
          <a:prstGeom prst="rect">
            <a:avLst/>
          </a:prstGeom>
        </p:spPr>
        <p:txBody>
          <a:bodyPr anchor="b"/>
          <a:lstStyle>
            <a:lvl1pPr marL="571500" indent="-857250">
              <a:buClrTx/>
              <a:buSzTx/>
              <a:buFontTx/>
              <a:buNone/>
              <a:defRPr sz="2800"/>
            </a:lvl1pPr>
            <a:lvl2pPr marL="957262" indent="-500062">
              <a:buClrTx/>
              <a:buFontTx/>
              <a:defRPr sz="2800"/>
            </a:lvl2pPr>
            <a:lvl3pPr marL="1485900" indent="-571500">
              <a:buClrTx/>
              <a:buFontTx/>
              <a:defRPr sz="2800"/>
            </a:lvl3pPr>
            <a:lvl4pPr marL="1771650" indent="-400050">
              <a:buClrTx/>
              <a:buFontTx/>
              <a:defRPr sz="2800"/>
            </a:lvl4pPr>
            <a:lvl5pPr marL="2228850" indent="-400050">
              <a:buClrTx/>
              <a:buFontTx/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3" name="Text Placeholder 2"/>
          <p:cNvSpPr/>
          <p:nvPr>
            <p:ph type="body" sz="quarter" idx="21"/>
          </p:nvPr>
        </p:nvSpPr>
        <p:spPr>
          <a:xfrm>
            <a:off x="685799" y="4343400"/>
            <a:ext cx="10131430" cy="1447800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sp>
        <p:nvSpPr>
          <p:cNvPr id="1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2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685801" y="609600"/>
            <a:ext cx="10131426" cy="145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Уровень текста 1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" name="Номер слайда"/>
          <p:cNvSpPr txBox="1"/>
          <p:nvPr>
            <p:ph type="sldNum" sz="quarter" idx="2"/>
          </p:nvPr>
        </p:nvSpPr>
        <p:spPr>
          <a:xfrm>
            <a:off x="10584353" y="5945233"/>
            <a:ext cx="232876" cy="22850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36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85750" marR="0" indent="-28575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81792" marR="0" indent="-367392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628775" marR="0" indent="-257175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085975" marR="0" indent="-257175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b="0" baseline="0" cap="none" i="0" spc="0" strike="noStrike" sz="18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Заголовок 1"/>
          <p:cNvSpPr txBox="1"/>
          <p:nvPr>
            <p:ph type="ctrTitle"/>
          </p:nvPr>
        </p:nvSpPr>
        <p:spPr>
          <a:xfrm>
            <a:off x="1751010" y="579664"/>
            <a:ext cx="8676225" cy="2539092"/>
          </a:xfrm>
          <a:prstGeom prst="rect">
            <a:avLst/>
          </a:prstGeom>
        </p:spPr>
        <p:txBody>
          <a:bodyPr/>
          <a:lstStyle/>
          <a:p>
            <a:pPr algn="ctr" defTabSz="228600">
              <a:defRPr sz="2700"/>
            </a:pPr>
            <a:br/>
            <a:br/>
            <a:br/>
            <a:br/>
            <a:br/>
            <a:r>
              <a:t>СУПРУЖЕСКОЕ  консультирование</a:t>
            </a:r>
          </a:p>
        </p:txBody>
      </p:sp>
      <p:sp>
        <p:nvSpPr>
          <p:cNvPr id="133" name="Подзаголовок 2"/>
          <p:cNvSpPr txBox="1"/>
          <p:nvPr>
            <p:ph type="subTitle" sz="half" idx="1"/>
          </p:nvPr>
        </p:nvSpPr>
        <p:spPr>
          <a:xfrm>
            <a:off x="2490258" y="3548441"/>
            <a:ext cx="7197729" cy="2539093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90000"/>
              </a:lnSpc>
              <a:defRPr sz="2800"/>
            </a:pPr>
          </a:p>
          <a:p>
            <a:pPr algn="ctr">
              <a:lnSpc>
                <a:spcPct val="90000"/>
              </a:lnSpc>
              <a:defRPr sz="2800"/>
            </a:pPr>
            <a:r>
              <a:t>Непрямые иерархии в паре. Установление функциональной иерархии при супружеских конфликтах.</a:t>
            </a:r>
          </a:p>
          <a:p>
            <a:pPr algn="ctr">
              <a:lnSpc>
                <a:spcPct val="90000"/>
              </a:lnSpc>
            </a:pPr>
            <a:r>
              <a:t>АЮ Кузин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0300" y="2407810"/>
            <a:ext cx="5521100" cy="3680253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Заголовок 1"/>
          <p:cNvSpPr txBox="1"/>
          <p:nvPr>
            <p:ph type="title"/>
          </p:nvPr>
        </p:nvSpPr>
        <p:spPr>
          <a:xfrm>
            <a:off x="685801" y="609600"/>
            <a:ext cx="10131426" cy="1456268"/>
          </a:xfrm>
          <a:prstGeom prst="rect">
            <a:avLst/>
          </a:prstGeom>
        </p:spPr>
        <p:txBody>
          <a:bodyPr/>
          <a:lstStyle>
            <a:lvl1pPr algn="ctr">
              <a:defRPr sz="4400"/>
            </a:lvl1pPr>
          </a:lstStyle>
          <a:p>
            <a:pPr/>
            <a:r>
              <a:t>Природа иерархии</a:t>
            </a:r>
          </a:p>
        </p:txBody>
      </p:sp>
      <p:sp>
        <p:nvSpPr>
          <p:cNvPr id="137" name="Объект 2"/>
          <p:cNvSpPr txBox="1"/>
          <p:nvPr>
            <p:ph type="body" sz="half" idx="1"/>
          </p:nvPr>
        </p:nvSpPr>
        <p:spPr>
          <a:xfrm>
            <a:off x="673100" y="1736725"/>
            <a:ext cx="5537200" cy="4351338"/>
          </a:xfrm>
          <a:prstGeom prst="rect">
            <a:avLst/>
          </a:prstGeom>
        </p:spPr>
        <p:txBody>
          <a:bodyPr/>
          <a:lstStyle/>
          <a:p>
            <a:pPr marL="514350" indent="-514350">
              <a:buFontTx/>
              <a:buAutoNum type="arabicPeriod" startAt="1"/>
              <a:defRPr sz="2800"/>
            </a:pPr>
            <a:r>
              <a:t>У кого ресурсы, тот и главнее</a:t>
            </a:r>
          </a:p>
          <a:p>
            <a:pPr marL="514350" indent="-514350">
              <a:buFontTx/>
              <a:buAutoNum type="arabicPeriod" startAt="1"/>
              <a:defRPr sz="2800"/>
            </a:pPr>
            <a:r>
              <a:t>Если муж зарабатывает и отдает все жене, то жена главная, т.к. она владеет ресурсами</a:t>
            </a:r>
          </a:p>
          <a:p>
            <a:pPr marL="514350" indent="-514350">
              <a:buFontTx/>
              <a:buAutoNum type="arabicPeriod" startAt="1"/>
              <a:defRPr sz="2800"/>
            </a:pPr>
            <a:r>
              <a:t>Главный не тот кто зарабатывает, а тот кто владеет и распоряжается ресурсами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Заголовок 6"/>
          <p:cNvSpPr txBox="1"/>
          <p:nvPr>
            <p:ph type="title"/>
          </p:nvPr>
        </p:nvSpPr>
        <p:spPr>
          <a:xfrm>
            <a:off x="685800" y="609600"/>
            <a:ext cx="10131430" cy="1341665"/>
          </a:xfrm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pPr/>
            <a:r>
              <a:t>ВИДЫ НЕПРЯМЫХ ИЕРАРХИЙ</a:t>
            </a:r>
          </a:p>
        </p:txBody>
      </p:sp>
      <p:sp>
        <p:nvSpPr>
          <p:cNvPr id="140" name="Текст 7"/>
          <p:cNvSpPr txBox="1"/>
          <p:nvPr>
            <p:ph type="body" idx="1"/>
          </p:nvPr>
        </p:nvSpPr>
        <p:spPr>
          <a:xfrm>
            <a:off x="685800" y="2142065"/>
            <a:ext cx="10197194" cy="3649136"/>
          </a:xfrm>
          <a:prstGeom prst="rect">
            <a:avLst/>
          </a:prstGeom>
        </p:spPr>
        <p:txBody>
          <a:bodyPr/>
          <a:lstStyle/>
          <a:p>
            <a:pPr marL="514350" indent="-514350">
              <a:buSzPct val="100000"/>
              <a:buAutoNum type="arabicPeriod" startAt="1"/>
              <a:defRPr sz="4800"/>
            </a:pPr>
            <a:r>
              <a:t>Псевдопатриархат</a:t>
            </a:r>
          </a:p>
          <a:p>
            <a:pPr marL="514350" indent="-514350">
              <a:buSzPct val="100000"/>
              <a:buAutoNum type="arabicPeriod" startAt="1"/>
              <a:defRPr sz="4800"/>
            </a:pPr>
            <a:r>
              <a:t>Псевдоматриархат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Заголовок 6"/>
          <p:cNvSpPr txBox="1"/>
          <p:nvPr>
            <p:ph type="title"/>
          </p:nvPr>
        </p:nvSpPr>
        <p:spPr>
          <a:xfrm>
            <a:off x="685800" y="609600"/>
            <a:ext cx="10131430" cy="1341665"/>
          </a:xfrm>
          <a:prstGeom prst="rect">
            <a:avLst/>
          </a:prstGeom>
        </p:spPr>
        <p:txBody>
          <a:bodyPr/>
          <a:lstStyle>
            <a:lvl1pPr algn="ctr">
              <a:defRPr sz="4300"/>
            </a:lvl1pPr>
          </a:lstStyle>
          <a:p>
            <a:pPr/>
            <a:r>
              <a:t>ИЕРАРХИИ, КОТОРЫЕ РАБОТАЮТ В ПАРЕ</a:t>
            </a:r>
          </a:p>
        </p:txBody>
      </p:sp>
      <p:sp>
        <p:nvSpPr>
          <p:cNvPr id="143" name="Текст 7"/>
          <p:cNvSpPr txBox="1"/>
          <p:nvPr>
            <p:ph type="body" idx="1"/>
          </p:nvPr>
        </p:nvSpPr>
        <p:spPr>
          <a:xfrm>
            <a:off x="685800" y="2142065"/>
            <a:ext cx="10197194" cy="364913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4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7039" y="1781198"/>
            <a:ext cx="5594715" cy="43708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Заголовок 1"/>
          <p:cNvSpPr txBox="1"/>
          <p:nvPr>
            <p:ph type="title"/>
          </p:nvPr>
        </p:nvSpPr>
        <p:spPr>
          <a:xfrm>
            <a:off x="685801" y="609600"/>
            <a:ext cx="10131426" cy="1456268"/>
          </a:xfrm>
          <a:prstGeom prst="rect">
            <a:avLst/>
          </a:prstGeom>
        </p:spPr>
        <p:txBody>
          <a:bodyPr/>
          <a:lstStyle>
            <a:lvl1pPr algn="ctr">
              <a:defRPr sz="4400"/>
            </a:lvl1pPr>
          </a:lstStyle>
          <a:p>
            <a:pPr/>
            <a:r>
              <a:t>Виды псевдоиерархий</a:t>
            </a:r>
          </a:p>
        </p:txBody>
      </p:sp>
      <p:sp>
        <p:nvSpPr>
          <p:cNvPr id="147" name="Объект 2"/>
          <p:cNvSpPr txBox="1"/>
          <p:nvPr>
            <p:ph type="body" sz="quarter" idx="1"/>
          </p:nvPr>
        </p:nvSpPr>
        <p:spPr>
          <a:xfrm>
            <a:off x="512197" y="3968984"/>
            <a:ext cx="5382417" cy="1328422"/>
          </a:xfrm>
          <a:prstGeom prst="rect">
            <a:avLst/>
          </a:prstGeom>
        </p:spPr>
        <p:txBody>
          <a:bodyPr/>
          <a:lstStyle/>
          <a:p>
            <a:pPr lvl="1" marL="0" indent="0" algn="just" defTabSz="370331">
              <a:spcBef>
                <a:spcPts val="0"/>
              </a:spcBef>
              <a:buSzTx/>
              <a:buNone/>
              <a:defRPr sz="2268"/>
            </a:pPr>
            <a:r>
              <a:t>Псевдоматриархат=Бизнес-вумен, которая делает все так, как выгодно ее тихому и спокойному мужу. «Еврейский муж».</a:t>
            </a:r>
          </a:p>
        </p:txBody>
      </p:sp>
      <p:sp>
        <p:nvSpPr>
          <p:cNvPr id="148" name="Rectangle 4"/>
          <p:cNvSpPr txBox="1"/>
          <p:nvPr/>
        </p:nvSpPr>
        <p:spPr>
          <a:xfrm>
            <a:off x="557916" y="1713457"/>
            <a:ext cx="5941967" cy="1740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800">
                <a:solidFill>
                  <a:srgbClr val="FFFFFF"/>
                </a:solidFill>
              </a:defRPr>
            </a:pPr>
            <a:r>
              <a:t>Псевдопатриархат = Муж – голова, </a:t>
            </a:r>
          </a:p>
          <a:p>
            <a:pPr algn="just">
              <a:defRPr sz="2800">
                <a:solidFill>
                  <a:srgbClr val="FFFFFF"/>
                </a:solidFill>
              </a:defRPr>
            </a:pPr>
            <a:r>
              <a:t>жена – шея, куда шея повернется, </a:t>
            </a:r>
          </a:p>
          <a:p>
            <a:pPr algn="just">
              <a:defRPr sz="2800">
                <a:solidFill>
                  <a:srgbClr val="FFFFFF"/>
                </a:solidFill>
              </a:defRPr>
            </a:pPr>
            <a:r>
              <a:t>туда голова и смотрит. </a:t>
            </a:r>
          </a:p>
          <a:p>
            <a:pPr algn="just">
              <a:defRPr sz="2800">
                <a:solidFill>
                  <a:srgbClr val="FFFFFF"/>
                </a:solidFill>
              </a:defRPr>
            </a:pPr>
            <a:r>
              <a:t>«Восточная женщина».</a:t>
            </a:r>
          </a:p>
        </p:txBody>
      </p:sp>
      <p:pic>
        <p:nvPicPr>
          <p:cNvPr id="14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41672" y="1713457"/>
            <a:ext cx="3161167" cy="21606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41672" y="3963866"/>
            <a:ext cx="2566023" cy="25660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2"/>
          <p:cNvSpPr txBox="1"/>
          <p:nvPr>
            <p:ph type="title"/>
          </p:nvPr>
        </p:nvSpPr>
        <p:spPr>
          <a:xfrm>
            <a:off x="685801" y="609600"/>
            <a:ext cx="10131426" cy="1456268"/>
          </a:xfrm>
          <a:prstGeom prst="rect">
            <a:avLst/>
          </a:prstGeom>
        </p:spPr>
        <p:txBody>
          <a:bodyPr/>
          <a:lstStyle>
            <a:lvl1pPr algn="ctr">
              <a:defRPr sz="4400"/>
            </a:lvl1pPr>
          </a:lstStyle>
          <a:p>
            <a:pPr/>
            <a:r>
              <a:t>Функции двойных иерархий</a:t>
            </a:r>
          </a:p>
        </p:txBody>
      </p:sp>
      <p:sp>
        <p:nvSpPr>
          <p:cNvPr id="153" name="Rectangle 3"/>
          <p:cNvSpPr txBox="1"/>
          <p:nvPr>
            <p:ph type="body" sz="half" idx="1"/>
          </p:nvPr>
        </p:nvSpPr>
        <p:spPr>
          <a:xfrm>
            <a:off x="625475" y="1811338"/>
            <a:ext cx="5440363" cy="3927476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80000"/>
              </a:lnSpc>
              <a:buSzTx/>
              <a:buNone/>
              <a:defRPr sz="2800"/>
            </a:pPr>
            <a:r>
              <a:t>1.Сохранение лица мужчины</a:t>
            </a:r>
          </a:p>
          <a:p>
            <a:pPr marL="0" indent="0" algn="just">
              <a:lnSpc>
                <a:spcPct val="80000"/>
              </a:lnSpc>
              <a:buSzTx/>
              <a:buNone/>
              <a:defRPr sz="2800"/>
            </a:pPr>
            <a:r>
              <a:t>2.Канализирование </a:t>
            </a:r>
          </a:p>
          <a:p>
            <a:pPr marL="0" indent="0" algn="just">
              <a:lnSpc>
                <a:spcPct val="80000"/>
              </a:lnSpc>
              <a:buSzTx/>
              <a:buNone/>
              <a:defRPr sz="2800"/>
            </a:pPr>
            <a:r>
              <a:t>энергии, агрессии женщины</a:t>
            </a:r>
          </a:p>
          <a:p>
            <a:pPr marL="0" indent="0" algn="just">
              <a:lnSpc>
                <a:spcPct val="80000"/>
              </a:lnSpc>
              <a:buSzTx/>
              <a:buNone/>
              <a:defRPr sz="2800"/>
            </a:pPr>
            <a:r>
              <a:t>3.Обеспечение баланса власти </a:t>
            </a:r>
          </a:p>
          <a:p>
            <a:pPr marL="0" indent="0" algn="just">
              <a:lnSpc>
                <a:spcPct val="80000"/>
              </a:lnSpc>
              <a:buSzTx/>
              <a:buNone/>
              <a:defRPr sz="2800"/>
            </a:pPr>
            <a:r>
              <a:t>и ответственности в паре</a:t>
            </a:r>
          </a:p>
        </p:txBody>
      </p:sp>
      <p:pic>
        <p:nvPicPr>
          <p:cNvPr id="15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79684" y="2382158"/>
            <a:ext cx="5037543" cy="33566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Заголовок 6"/>
          <p:cNvSpPr txBox="1"/>
          <p:nvPr>
            <p:ph type="title"/>
          </p:nvPr>
        </p:nvSpPr>
        <p:spPr>
          <a:xfrm>
            <a:off x="685800" y="609600"/>
            <a:ext cx="10131430" cy="1341665"/>
          </a:xfrm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pPr/>
            <a:r>
              <a:t>МЕТА-КОМПЛЕМЕНТАРНЫЙ МАНЕВР</a:t>
            </a:r>
          </a:p>
        </p:txBody>
      </p:sp>
      <p:sp>
        <p:nvSpPr>
          <p:cNvPr id="157" name="Текст 7"/>
          <p:cNvSpPr txBox="1"/>
          <p:nvPr>
            <p:ph type="body" idx="1"/>
          </p:nvPr>
        </p:nvSpPr>
        <p:spPr>
          <a:xfrm>
            <a:off x="685800" y="2142065"/>
            <a:ext cx="10197194" cy="3649136"/>
          </a:xfrm>
          <a:prstGeom prst="rect">
            <a:avLst/>
          </a:prstGeom>
        </p:spPr>
        <p:txBody>
          <a:bodyPr/>
          <a:lstStyle/>
          <a:p>
            <a:pPr>
              <a:defRPr sz="4400"/>
            </a:pPr>
            <a:r>
              <a:t>1.Главенство и оценка(Лена и Олег)</a:t>
            </a:r>
            <a:endParaRPr sz="1800"/>
          </a:p>
          <a:p>
            <a:pPr>
              <a:defRPr sz="4400"/>
            </a:pPr>
            <a:r>
              <a:t>2.Варианты и выбор(Оля и Дима)</a:t>
            </a:r>
            <a:endParaRPr sz="1800"/>
          </a:p>
          <a:p>
            <a:pPr>
              <a:defRPr sz="4400"/>
            </a:pPr>
            <a:r>
              <a:t>3.Просьбы с отступлением(Олеся и Иван)</a:t>
            </a:r>
            <a:endParaRPr sz="4800"/>
          </a:p>
          <a:p>
            <a:pPr>
              <a:defRPr sz="4400"/>
            </a:pPr>
            <a:r>
              <a:t>4.Уступать и ставить на место(Аня и Юра)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