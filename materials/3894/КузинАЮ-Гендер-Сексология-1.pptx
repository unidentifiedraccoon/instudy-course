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8" r:id="rId3"/>
    <p:sldId id="269" r:id="rId4"/>
    <p:sldId id="265" r:id="rId5"/>
    <p:sldId id="262" r:id="rId6"/>
    <p:sldId id="264" r:id="rId7"/>
    <p:sldId id="266" r:id="rId8"/>
    <p:sldId id="267" r:id="rId9"/>
    <p:sldId id="261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2CDE9"/>
          </a:solidFill>
        </a:fill>
      </a:tcStyle>
    </a:wholeTbl>
    <a:band2H>
      <a:tcTxStyle/>
      <a:tcStyle>
        <a:tcBdr/>
        <a:fill>
          <a:solidFill>
            <a:srgbClr val="F1E8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E4DD"/>
          </a:solidFill>
        </a:fill>
      </a:tcStyle>
    </a:wholeTbl>
    <a:band2H>
      <a:tcTxStyle/>
      <a:tcStyle>
        <a:tcBdr/>
        <a:fill>
          <a:solidFill>
            <a:srgbClr val="E8F2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4CFCE"/>
          </a:solidFill>
        </a:fill>
      </a:tcStyle>
    </a:wholeTbl>
    <a:band2H>
      <a:tcTxStyle/>
      <a:tcStyle>
        <a:tcBdr/>
        <a:fill>
          <a:solidFill>
            <a:srgbClr val="FAE9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7" name="Shape 15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376843"/>
      </p:ext>
    </p:extLst>
  </p:cSld>
  <p:clrMap bg1="dk1" tx1="lt1" bg2="dk2" tx2="lt2" accent1="accent1" accent2="accent2" accent3="accent3" accent4="accent4" accent5="accent5" accent6="accent6" hlink="hlink" folHlink="folHlink"/>
  <p:notesStyle>
    <a:lvl1pPr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1pPr>
    <a:lvl2pPr indent="228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2pPr>
    <a:lvl3pPr indent="457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3pPr>
    <a:lvl4pPr indent="685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4pPr>
    <a:lvl5pPr indent="9144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5pPr>
    <a:lvl6pPr indent="11430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6pPr>
    <a:lvl7pPr indent="1371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7pPr>
    <a:lvl8pPr indent="1600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8pPr>
    <a:lvl9pPr indent="1828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6215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3962398" y="1964266"/>
            <a:ext cx="7197727" cy="2421465"/>
          </a:xfrm>
          <a:prstGeom prst="rect">
            <a:avLst/>
          </a:prstGeom>
        </p:spPr>
        <p:txBody>
          <a:bodyPr anchor="b"/>
          <a:lstStyle>
            <a:lvl1pPr algn="r">
              <a:defRPr sz="4800"/>
            </a:lvl1pPr>
          </a:lstStyle>
          <a:p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3962398" y="4385731"/>
            <a:ext cx="7197727" cy="1405468"/>
          </a:xfrm>
          <a:prstGeom prst="rect">
            <a:avLst/>
          </a:prstGeom>
        </p:spPr>
        <p:txBody>
          <a:bodyPr anchor="t"/>
          <a:lstStyle>
            <a:lvl1pPr marL="0" indent="0" algn="r">
              <a:buClrTx/>
              <a:buSzTx/>
              <a:buFontTx/>
              <a:buNone/>
              <a:defRPr cap="all"/>
            </a:lvl1pPr>
            <a:lvl2pPr marL="0" indent="457200" algn="r">
              <a:buClrTx/>
              <a:buSzTx/>
              <a:buFontTx/>
              <a:buNone/>
              <a:defRPr cap="all"/>
            </a:lvl2pPr>
            <a:lvl3pPr marL="0" indent="914400" algn="r">
              <a:buClrTx/>
              <a:buSzTx/>
              <a:buFontTx/>
              <a:buNone/>
              <a:defRPr cap="all"/>
            </a:lvl3pPr>
            <a:lvl4pPr marL="0" indent="1371600" algn="r">
              <a:buClrTx/>
              <a:buSzTx/>
              <a:buFontTx/>
              <a:buNone/>
              <a:defRPr cap="all"/>
            </a:lvl4pPr>
            <a:lvl5pPr marL="0" indent="1828800" algn="r">
              <a:buClrTx/>
              <a:buSzTx/>
              <a:buFontTx/>
              <a:buNone/>
              <a:defRPr cap="all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0927248" y="5945232"/>
            <a:ext cx="232877" cy="2285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85800" y="2074333"/>
            <a:ext cx="3680886" cy="1371601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Текст заголовка</a:t>
            </a:r>
          </a:p>
        </p:txBody>
      </p:sp>
      <p:sp>
        <p:nvSpPr>
          <p:cNvPr id="76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4648201" y="609601"/>
            <a:ext cx="6169027" cy="5181601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85799" y="3445933"/>
            <a:ext cx="3680887" cy="1828801"/>
          </a:xfrm>
          <a:prstGeom prst="rect">
            <a:avLst/>
          </a:prstGeom>
        </p:spPr>
        <p:txBody>
          <a:bodyPr anchor="t"/>
          <a:lstStyle/>
          <a:p>
            <a:pPr marL="0" indent="0">
              <a:buClrTx/>
              <a:buSzTx/>
              <a:buFontTx/>
              <a:buNone/>
              <a:defRPr sz="1600"/>
            </a:pPr>
            <a:endParaRPr/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85800" y="1600200"/>
            <a:ext cx="6164654" cy="1371600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t>Текст заголовка</a:t>
            </a:r>
          </a:p>
        </p:txBody>
      </p:sp>
      <p:sp>
        <p:nvSpPr>
          <p:cNvPr id="8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536253" y="914400"/>
            <a:ext cx="3280975" cy="4572000"/>
          </a:xfrm>
          <a:prstGeom prst="rect">
            <a:avLst/>
          </a:prstGeom>
          <a:ln w="50800" cap="sq">
            <a:solidFill>
              <a:srgbClr val="FFFFFF">
                <a:alpha val="50000"/>
              </a:srgbClr>
            </a:solidFill>
            <a:miter lim="800000"/>
          </a:ln>
          <a:effectLst>
            <a:outerShdw blurRad="254000" rotWithShape="0">
              <a:srgbClr val="000000">
                <a:alpha val="43000"/>
              </a:srgbClr>
            </a:outerShdw>
          </a:effectLst>
        </p:spPr>
        <p:txBody>
          <a:bodyPr lIns="91439" rIns="91439" anchor="t">
            <a:noAutofit/>
          </a:bodyPr>
          <a:lstStyle/>
          <a:p>
            <a:endParaRPr/>
          </a:p>
        </p:txBody>
      </p:sp>
      <p:sp>
        <p:nvSpPr>
          <p:cNvPr id="8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685800" y="2971800"/>
            <a:ext cx="6164654" cy="1828800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FontTx/>
              <a:buNone/>
            </a:lvl1pPr>
            <a:lvl2pPr marL="0" indent="457200">
              <a:buClrTx/>
              <a:buSzTx/>
              <a:buFontTx/>
              <a:buNone/>
            </a:lvl2pPr>
            <a:lvl3pPr marL="0" indent="914400">
              <a:buClrTx/>
              <a:buSzTx/>
              <a:buFontTx/>
              <a:buNone/>
            </a:lvl3pPr>
            <a:lvl4pPr marL="0" indent="1371600">
              <a:buClrTx/>
              <a:buSzTx/>
              <a:buFontTx/>
              <a:buNone/>
            </a:lvl4pPr>
            <a:lvl5pPr marL="0" indent="1828800">
              <a:buClrTx/>
              <a:buSzTx/>
              <a:buFontTx/>
              <a:buNone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85800" y="4732864"/>
            <a:ext cx="10131428" cy="566739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Текст заголовка</a:t>
            </a:r>
          </a:p>
        </p:txBody>
      </p:sp>
      <p:sp>
        <p:nvSpPr>
          <p:cNvPr id="96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371599" y="932112"/>
            <a:ext cx="8759829" cy="3164976"/>
          </a:xfrm>
          <a:prstGeom prst="rect">
            <a:avLst/>
          </a:prstGeom>
          <a:ln w="50800" cap="sq">
            <a:solidFill>
              <a:srgbClr val="FFFFFF">
                <a:alpha val="50000"/>
              </a:srgbClr>
            </a:solidFill>
            <a:miter lim="800000"/>
          </a:ln>
          <a:effectLst>
            <a:outerShdw blurRad="254000" rotWithShape="0">
              <a:srgbClr val="000000">
                <a:alpha val="43000"/>
              </a:srgbClr>
            </a:outerShdw>
          </a:effectLst>
        </p:spPr>
        <p:txBody>
          <a:bodyPr lIns="91439" rIns="91439" anchor="t">
            <a:noAutofit/>
          </a:bodyPr>
          <a:lstStyle/>
          <a:p>
            <a:endParaRPr/>
          </a:p>
        </p:txBody>
      </p:sp>
      <p:sp>
        <p:nvSpPr>
          <p:cNvPr id="9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685800" y="5299602"/>
            <a:ext cx="10131428" cy="493713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FontTx/>
              <a:buNone/>
              <a:defRPr sz="1400"/>
            </a:lvl1pPr>
            <a:lvl2pPr marL="0" indent="457200">
              <a:buClrTx/>
              <a:buSzTx/>
              <a:buFontTx/>
              <a:buNone/>
              <a:defRPr sz="1400"/>
            </a:lvl2pPr>
            <a:lvl3pPr marL="0" indent="914400">
              <a:buClrTx/>
              <a:buSzTx/>
              <a:buFontTx/>
              <a:buNone/>
              <a:defRPr sz="1400"/>
            </a:lvl3pPr>
            <a:lvl4pPr marL="0" indent="1371600">
              <a:buClrTx/>
              <a:buSzTx/>
              <a:buFontTx/>
              <a:buNone/>
              <a:defRPr sz="1400"/>
            </a:lvl4pPr>
            <a:lvl5pPr marL="0" indent="1828800">
              <a:buClrTx/>
              <a:buSzTx/>
              <a:buFontTx/>
              <a:buNone/>
              <a:defRPr sz="14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85801" y="609601"/>
            <a:ext cx="10131428" cy="3124200"/>
          </a:xfrm>
          <a:prstGeom prst="rect">
            <a:avLst/>
          </a:prstGeom>
        </p:spPr>
        <p:txBody>
          <a:bodyPr/>
          <a:lstStyle>
            <a:lvl1pPr>
              <a:defRPr sz="3200" cap="none"/>
            </a:lvl1pPr>
          </a:lstStyle>
          <a:p>
            <a:r>
              <a:t>Текст заголовка</a:t>
            </a:r>
          </a:p>
        </p:txBody>
      </p:sp>
      <p:sp>
        <p:nvSpPr>
          <p:cNvPr id="106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10131429" cy="144780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z="2000"/>
            </a:lvl1pPr>
            <a:lvl2pPr marL="0" indent="457200">
              <a:buClrTx/>
              <a:buSzTx/>
              <a:buFontTx/>
              <a:buNone/>
              <a:defRPr sz="2000"/>
            </a:lvl2pPr>
            <a:lvl3pPr marL="0" indent="914400">
              <a:buClrTx/>
              <a:buSzTx/>
              <a:buFontTx/>
              <a:buNone/>
              <a:defRPr sz="2000"/>
            </a:lvl3pPr>
            <a:lvl4pPr marL="0" indent="1371600">
              <a:buClrTx/>
              <a:buSzTx/>
              <a:buFontTx/>
              <a:buNone/>
              <a:defRPr sz="2000"/>
            </a:lvl4pPr>
            <a:lvl5pPr marL="0" indent="1828800">
              <a:buClrTx/>
              <a:buSzTx/>
              <a:buFontTx/>
              <a:buNone/>
              <a:defRPr sz="20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0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4"/>
          <p:cNvSpPr txBox="1"/>
          <p:nvPr/>
        </p:nvSpPr>
        <p:spPr>
          <a:xfrm>
            <a:off x="10283587" y="2479685"/>
            <a:ext cx="518161" cy="1111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0" cap="all">
                <a:solidFill>
                  <a:srgbClr val="FFFFFF"/>
                </a:solidFill>
              </a:defRPr>
            </a:lvl1pPr>
          </a:lstStyle>
          <a:p>
            <a:r>
              <a:t>”</a:t>
            </a:r>
          </a:p>
        </p:txBody>
      </p:sp>
      <p:sp>
        <p:nvSpPr>
          <p:cNvPr id="115" name="TextBox 10"/>
          <p:cNvSpPr txBox="1"/>
          <p:nvPr/>
        </p:nvSpPr>
        <p:spPr>
          <a:xfrm>
            <a:off x="533994" y="559822"/>
            <a:ext cx="518161" cy="1111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0" cap="all">
                <a:solidFill>
                  <a:srgbClr val="FFFFFF"/>
                </a:solidFill>
              </a:defRPr>
            </a:lvl1pPr>
          </a:lstStyle>
          <a:p>
            <a:r>
              <a:t>“</a:t>
            </a:r>
          </a:p>
        </p:txBody>
      </p:sp>
      <p:sp>
        <p:nvSpPr>
          <p:cNvPr id="11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992266" y="609601"/>
            <a:ext cx="9550401" cy="2743200"/>
          </a:xfrm>
          <a:prstGeom prst="rect">
            <a:avLst/>
          </a:prstGeom>
        </p:spPr>
        <p:txBody>
          <a:bodyPr/>
          <a:lstStyle>
            <a:lvl1pPr>
              <a:defRPr sz="3200" cap="none"/>
            </a:lvl1pPr>
          </a:lstStyle>
          <a:p>
            <a:r>
              <a:t>Текст заголовка</a:t>
            </a:r>
          </a:p>
        </p:txBody>
      </p:sp>
      <p:sp>
        <p:nvSpPr>
          <p:cNvPr id="11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097875" y="3352800"/>
            <a:ext cx="9339185" cy="38100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</a:lvl1pPr>
            <a:lvl2pPr marL="0" indent="457200">
              <a:buClrTx/>
              <a:buSzTx/>
              <a:buFontTx/>
              <a:buNone/>
            </a:lvl2pPr>
            <a:lvl3pPr marL="0" indent="914400">
              <a:buClrTx/>
              <a:buSzTx/>
              <a:buFontTx/>
              <a:buNone/>
            </a:lvl3pPr>
            <a:lvl4pPr marL="0" indent="1371600">
              <a:buClrTx/>
              <a:buSzTx/>
              <a:buFontTx/>
              <a:buNone/>
            </a:lvl4pPr>
            <a:lvl5pPr marL="0" indent="1828800">
              <a:buClrTx/>
              <a:buSzTx/>
              <a:buFontTx/>
              <a:buNone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1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87464" y="4343400"/>
            <a:ext cx="10152369" cy="1447800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FontTx/>
              <a:buNone/>
              <a:defRPr sz="2000"/>
            </a:pPr>
            <a:endParaRPr/>
          </a:p>
        </p:txBody>
      </p:sp>
      <p:sp>
        <p:nvSpPr>
          <p:cNvPr id="11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85801" y="3308580"/>
            <a:ext cx="10131426" cy="1468801"/>
          </a:xfrm>
          <a:prstGeom prst="rect">
            <a:avLst/>
          </a:prstGeom>
        </p:spPr>
        <p:txBody>
          <a:bodyPr anchor="b"/>
          <a:lstStyle>
            <a:lvl1pPr>
              <a:defRPr sz="3200" cap="none"/>
            </a:lvl1pPr>
          </a:lstStyle>
          <a:p>
            <a:r>
              <a:t>Текст заголовка</a:t>
            </a:r>
          </a:p>
        </p:txBody>
      </p:sp>
      <p:sp>
        <p:nvSpPr>
          <p:cNvPr id="12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685801" y="4777380"/>
            <a:ext cx="10131426" cy="860401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FontTx/>
              <a:buNone/>
              <a:defRPr sz="2000"/>
            </a:lvl1pPr>
            <a:lvl2pPr marL="0" indent="457200">
              <a:buClrTx/>
              <a:buSzTx/>
              <a:buFontTx/>
              <a:buNone/>
              <a:defRPr sz="2000"/>
            </a:lvl2pPr>
            <a:lvl3pPr marL="0" indent="914400">
              <a:buClrTx/>
              <a:buSzTx/>
              <a:buFontTx/>
              <a:buNone/>
              <a:defRPr sz="2000"/>
            </a:lvl3pPr>
            <a:lvl4pPr marL="0" indent="1371600">
              <a:buClrTx/>
              <a:buSzTx/>
              <a:buFontTx/>
              <a:buNone/>
              <a:defRPr sz="2000"/>
            </a:lvl4pPr>
            <a:lvl5pPr marL="0" indent="1828800">
              <a:buClrTx/>
              <a:buSzTx/>
              <a:buFontTx/>
              <a:buNone/>
              <a:defRPr sz="20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2"/>
          <p:cNvSpPr txBox="1"/>
          <p:nvPr/>
        </p:nvSpPr>
        <p:spPr>
          <a:xfrm>
            <a:off x="10283587" y="2479685"/>
            <a:ext cx="518161" cy="1111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0" cap="all">
                <a:solidFill>
                  <a:srgbClr val="FFFFFF"/>
                </a:solidFill>
              </a:defRPr>
            </a:lvl1pPr>
          </a:lstStyle>
          <a:p>
            <a:r>
              <a:t>”</a:t>
            </a:r>
          </a:p>
        </p:txBody>
      </p:sp>
      <p:sp>
        <p:nvSpPr>
          <p:cNvPr id="136" name="TextBox 13"/>
          <p:cNvSpPr txBox="1"/>
          <p:nvPr/>
        </p:nvSpPr>
        <p:spPr>
          <a:xfrm>
            <a:off x="533994" y="559822"/>
            <a:ext cx="518161" cy="1111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0" cap="all">
                <a:solidFill>
                  <a:srgbClr val="FFFFFF"/>
                </a:solidFill>
              </a:defRPr>
            </a:lvl1pPr>
          </a:lstStyle>
          <a:p>
            <a:r>
              <a:t>“</a:t>
            </a:r>
          </a:p>
        </p:txBody>
      </p:sp>
      <p:sp>
        <p:nvSpPr>
          <p:cNvPr id="13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992266" y="609601"/>
            <a:ext cx="9550401" cy="2743200"/>
          </a:xfrm>
          <a:prstGeom prst="rect">
            <a:avLst/>
          </a:prstGeom>
        </p:spPr>
        <p:txBody>
          <a:bodyPr/>
          <a:lstStyle>
            <a:lvl1pPr>
              <a:defRPr sz="3200" cap="none"/>
            </a:lvl1pPr>
          </a:lstStyle>
          <a:p>
            <a:r>
              <a:t>Текст заголовка</a:t>
            </a:r>
          </a:p>
        </p:txBody>
      </p:sp>
      <p:sp>
        <p:nvSpPr>
          <p:cNvPr id="13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685800" y="3886200"/>
            <a:ext cx="10135437" cy="889000"/>
          </a:xfrm>
          <a:prstGeom prst="rect">
            <a:avLst/>
          </a:prstGeom>
        </p:spPr>
        <p:txBody>
          <a:bodyPr anchor="b"/>
          <a:lstStyle>
            <a:lvl1pPr indent="-571500">
              <a:buClrTx/>
              <a:buSzTx/>
              <a:buFontTx/>
              <a:buNone/>
              <a:defRPr sz="2400"/>
            </a:lvl1pPr>
            <a:lvl2pPr marL="885825" indent="-428625">
              <a:buClrTx/>
              <a:buFontTx/>
              <a:defRPr sz="2400"/>
            </a:lvl2pPr>
            <a:lvl3pPr marL="1404257" indent="-489857">
              <a:buClrTx/>
              <a:buFontTx/>
              <a:defRPr sz="2400"/>
            </a:lvl3pPr>
            <a:lvl4pPr marL="1714500" indent="-342900">
              <a:buClrTx/>
              <a:buFontTx/>
              <a:defRPr sz="2400"/>
            </a:lvl4pPr>
            <a:lvl5pPr marL="2171700" indent="-342900">
              <a:buClrTx/>
              <a:buFontTx/>
              <a:defRPr sz="24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85798" y="4775200"/>
            <a:ext cx="10135438" cy="1016000"/>
          </a:xfrm>
          <a:prstGeom prst="rect">
            <a:avLst/>
          </a:prstGeom>
        </p:spPr>
        <p:txBody>
          <a:bodyPr anchor="t"/>
          <a:lstStyle/>
          <a:p>
            <a:pPr marL="0" indent="0">
              <a:buClrTx/>
              <a:buSzTx/>
              <a:buFontTx/>
              <a:buNone/>
            </a:pPr>
            <a:endParaRPr/>
          </a:p>
        </p:txBody>
      </p:sp>
      <p:sp>
        <p:nvSpPr>
          <p:cNvPr id="14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85801" y="609601"/>
            <a:ext cx="10131428" cy="2743200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14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685801" y="3505200"/>
            <a:ext cx="10131429" cy="838200"/>
          </a:xfrm>
          <a:prstGeom prst="rect">
            <a:avLst/>
          </a:prstGeom>
        </p:spPr>
        <p:txBody>
          <a:bodyPr anchor="b"/>
          <a:lstStyle>
            <a:lvl1pPr indent="-571500">
              <a:buClrTx/>
              <a:buSzTx/>
              <a:buFontTx/>
              <a:buNone/>
              <a:defRPr sz="2800"/>
            </a:lvl1pPr>
            <a:lvl2pPr marL="957262" indent="-500062">
              <a:buClrTx/>
              <a:buFontTx/>
              <a:defRPr sz="2800"/>
            </a:lvl2pPr>
            <a:lvl3pPr marL="1485900" indent="-571500">
              <a:buClrTx/>
              <a:buFontTx/>
              <a:defRPr sz="2800"/>
            </a:lvl3pPr>
            <a:lvl4pPr marL="1771650" indent="-400050">
              <a:buClrTx/>
              <a:buFontTx/>
              <a:defRPr sz="2800"/>
            </a:lvl4pPr>
            <a:lvl5pPr marL="2228850" indent="-400050">
              <a:buClrTx/>
              <a:buFontTx/>
              <a:defRPr sz="28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4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85799" y="4343400"/>
            <a:ext cx="10131430" cy="1447800"/>
          </a:xfrm>
          <a:prstGeom prst="rect">
            <a:avLst/>
          </a:prstGeom>
        </p:spPr>
        <p:txBody>
          <a:bodyPr anchor="t"/>
          <a:lstStyle/>
          <a:p>
            <a:pPr marL="0" indent="0">
              <a:buClrTx/>
              <a:buSzTx/>
              <a:buFontTx/>
              <a:buNone/>
            </a:pPr>
            <a:endParaRPr/>
          </a:p>
        </p:txBody>
      </p:sp>
      <p:sp>
        <p:nvSpPr>
          <p:cNvPr id="15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398603-8573-46AC-AE7A-365FE65B63FC}" type="datetimeFigureOut">
              <a:rPr lang="ru-RU"/>
              <a:pPr>
                <a:defRPr/>
              </a:pPr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9A3105-1224-4B35-A6D8-16AFD9E60CB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34601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Picture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88825" cy="685621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6" cy="145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0584350" y="5945232"/>
            <a:ext cx="232878" cy="22851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 spd="med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85750" marR="0" indent="-28575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778668" marR="0" indent="-321468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1281792" marR="0" indent="-367392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1628775" marR="0" indent="-257175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2085975" marR="0" indent="-257175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26289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30861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35433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40005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Заголовок 1"/>
          <p:cNvSpPr txBox="1">
            <a:spLocks noGrp="1"/>
          </p:cNvSpPr>
          <p:nvPr>
            <p:ph type="ctrTitle"/>
          </p:nvPr>
        </p:nvSpPr>
        <p:spPr>
          <a:xfrm>
            <a:off x="1751011" y="579664"/>
            <a:ext cx="8676224" cy="2539092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6000"/>
            </a:lvl1pPr>
          </a:lstStyle>
          <a:p>
            <a:pPr algn="ctr"/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sz="4400" dirty="0"/>
              <a:t>Психология отношений и Психологическая коррекция сексуальной сферы</a:t>
            </a:r>
            <a:endParaRPr sz="4400" dirty="0"/>
          </a:p>
        </p:txBody>
      </p:sp>
      <p:sp>
        <p:nvSpPr>
          <p:cNvPr id="160" name="Подзаголовок 2"/>
          <p:cNvSpPr txBox="1">
            <a:spLocks noGrp="1"/>
          </p:cNvSpPr>
          <p:nvPr>
            <p:ph type="subTitle" sz="quarter" idx="1"/>
          </p:nvPr>
        </p:nvSpPr>
        <p:spPr>
          <a:xfrm>
            <a:off x="2490259" y="3548442"/>
            <a:ext cx="7197727" cy="253909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defRPr sz="2800"/>
            </a:pPr>
            <a:r>
              <a:rPr lang="ru-RU" dirty="0"/>
              <a:t>Непрямые иерархии в паре. Установление функциональной иерархии при супружеских конфликтах.</a:t>
            </a:r>
          </a:p>
          <a:p>
            <a:pPr algn="ctr">
              <a:lnSpc>
                <a:spcPct val="90000"/>
              </a:lnSpc>
            </a:pPr>
            <a:r>
              <a:rPr dirty="0"/>
              <a:t>АЮ </a:t>
            </a:r>
            <a:r>
              <a:rPr dirty="0" err="1"/>
              <a:t>Кузин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FA266F-61AE-DD3B-556F-EF9C417EB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60218"/>
            <a:ext cx="10131426" cy="893618"/>
          </a:xfrm>
        </p:spPr>
        <p:txBody>
          <a:bodyPr/>
          <a:lstStyle/>
          <a:p>
            <a:pPr algn="ctr"/>
            <a:r>
              <a:rPr lang="en-US" b="1" dirty="0"/>
              <a:t>Mental Research Institute </a:t>
            </a:r>
            <a:endParaRPr lang="ru-RU" b="1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C0B445B-BB91-FA05-D21D-A91053480F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1863436" y="1600200"/>
            <a:ext cx="7642972" cy="489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95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C7315-E517-731E-FDFF-19C37054A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77092"/>
            <a:ext cx="10131426" cy="734290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Информация о преподавателе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550D2B-C0E2-3D70-2CE5-8E9501B69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07474"/>
            <a:ext cx="10972800" cy="5950526"/>
          </a:xfrm>
        </p:spPr>
        <p:txBody>
          <a:bodyPr/>
          <a:lstStyle/>
          <a:p>
            <a:pPr marL="226312" indent="-226312" defTabSz="905255">
              <a:lnSpc>
                <a:spcPct val="99000"/>
              </a:lnSpc>
              <a:spcBef>
                <a:spcPts val="600"/>
              </a:spcBef>
              <a:defRPr sz="2400"/>
            </a:pPr>
            <a:r>
              <a:rPr lang="ru-RU" dirty="0"/>
              <a:t>Кандидат медицинских наук </a:t>
            </a:r>
          </a:p>
          <a:p>
            <a:pPr marL="226312" indent="-226312" defTabSz="905255">
              <a:lnSpc>
                <a:spcPct val="99000"/>
              </a:lnSpc>
              <a:spcBef>
                <a:spcPts val="600"/>
              </a:spcBef>
              <a:defRPr sz="2400"/>
            </a:pPr>
            <a:r>
              <a:rPr lang="ru-RU" dirty="0"/>
              <a:t>Психолог</a:t>
            </a:r>
          </a:p>
          <a:p>
            <a:pPr marL="226312" indent="-226312" defTabSz="905255">
              <a:lnSpc>
                <a:spcPct val="99000"/>
              </a:lnSpc>
              <a:spcBef>
                <a:spcPts val="600"/>
              </a:spcBef>
              <a:defRPr sz="2400"/>
            </a:pPr>
            <a:r>
              <a:rPr lang="ru-RU" dirty="0"/>
              <a:t>Преподаватель программ дополнительного образования Московского института психоанализа (МИП) и Российского университета дружбы народов (РУДН) </a:t>
            </a:r>
          </a:p>
          <a:p>
            <a:pPr marL="226312" indent="-226312" defTabSz="905255">
              <a:lnSpc>
                <a:spcPct val="99000"/>
              </a:lnSpc>
              <a:spcBef>
                <a:spcPts val="600"/>
              </a:spcBef>
              <a:defRPr sz="2400"/>
            </a:pPr>
            <a:r>
              <a:rPr lang="ru-RU" dirty="0"/>
              <a:t>Президент Национальной Ассоциации Системного Стратегического Консультирования (НАССК)</a:t>
            </a:r>
          </a:p>
          <a:p>
            <a:pPr marL="226312" indent="-226312" defTabSz="905255">
              <a:lnSpc>
                <a:spcPct val="99000"/>
              </a:lnSpc>
              <a:spcBef>
                <a:spcPts val="600"/>
              </a:spcBef>
              <a:defRPr sz="2400"/>
            </a:pPr>
            <a:r>
              <a:rPr lang="ru-RU" dirty="0"/>
              <a:t>Сертифицированный специалист Strategic Family </a:t>
            </a:r>
            <a:r>
              <a:rPr lang="ru-RU" dirty="0" err="1"/>
              <a:t>Therapy</a:t>
            </a:r>
            <a:r>
              <a:rPr lang="ru-RU" dirty="0"/>
              <a:t> </a:t>
            </a:r>
            <a:r>
              <a:rPr lang="ru-RU" dirty="0" err="1"/>
              <a:t>Training</a:t>
            </a:r>
            <a:r>
              <a:rPr lang="ru-RU" dirty="0"/>
              <a:t> Center, </a:t>
            </a:r>
            <a:r>
              <a:rPr lang="ru-RU" dirty="0" err="1"/>
              <a:t>Mental</a:t>
            </a:r>
            <a:r>
              <a:rPr lang="ru-RU" dirty="0"/>
              <a:t> Research Institute (</a:t>
            </a:r>
            <a:r>
              <a:rPr lang="ru-RU" dirty="0" err="1"/>
              <a:t>Palo</a:t>
            </a:r>
            <a:r>
              <a:rPr lang="ru-RU" dirty="0"/>
              <a:t> </a:t>
            </a:r>
            <a:r>
              <a:rPr lang="ru-RU" dirty="0" err="1"/>
              <a:t>Alto</a:t>
            </a:r>
            <a:r>
              <a:rPr lang="ru-RU" dirty="0"/>
              <a:t>, USA) и Strategic </a:t>
            </a:r>
            <a:r>
              <a:rPr lang="ru-RU" dirty="0" err="1"/>
              <a:t>Therapy</a:t>
            </a:r>
            <a:r>
              <a:rPr lang="ru-RU" dirty="0"/>
              <a:t> Center, Research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Clinical</a:t>
            </a:r>
            <a:r>
              <a:rPr lang="ru-RU" dirty="0"/>
              <a:t> Institute (</a:t>
            </a:r>
            <a:r>
              <a:rPr lang="ru-RU" dirty="0" err="1"/>
              <a:t>Arezzo</a:t>
            </a:r>
            <a:r>
              <a:rPr lang="ru-RU" dirty="0"/>
              <a:t>, </a:t>
            </a:r>
            <a:r>
              <a:rPr lang="ru-RU" dirty="0" err="1"/>
              <a:t>Italy</a:t>
            </a:r>
            <a:r>
              <a:rPr lang="ru-RU" dirty="0"/>
              <a:t>) </a:t>
            </a:r>
          </a:p>
          <a:p>
            <a:pPr marL="226312" indent="-226312" defTabSz="905255">
              <a:lnSpc>
                <a:spcPct val="99000"/>
              </a:lnSpc>
              <a:spcBef>
                <a:spcPts val="600"/>
              </a:spcBef>
              <a:defRPr sz="2400"/>
            </a:pPr>
            <a:r>
              <a:rPr lang="ru-RU" dirty="0"/>
              <a:t>Консультирую и веду тренинги в течение 30 лет </a:t>
            </a:r>
          </a:p>
          <a:p>
            <a:pPr marL="226312" indent="-226312" defTabSz="905255">
              <a:lnSpc>
                <a:spcPct val="99000"/>
              </a:lnSpc>
              <a:spcBef>
                <a:spcPts val="600"/>
              </a:spcBef>
              <a:defRPr sz="2400"/>
            </a:pPr>
            <a:r>
              <a:rPr lang="ru-RU" dirty="0"/>
              <a:t>Автор книг «Ваш успешный ребенок», «Формула счастливых отношений. Секретные ингредиенты для создания «химии» в паре»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9199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2" name="Picture 6" descr="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2407810"/>
            <a:ext cx="5521099" cy="368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37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altLang="ru-RU" sz="4400" b="1" dirty="0"/>
              <a:t>Природа иерархии</a:t>
            </a:r>
          </a:p>
        </p:txBody>
      </p:sp>
      <p:sp>
        <p:nvSpPr>
          <p:cNvPr id="14338" name="Объект 2"/>
          <p:cNvSpPr>
            <a:spLocks noGrp="1"/>
          </p:cNvSpPr>
          <p:nvPr>
            <p:ph idx="1"/>
          </p:nvPr>
        </p:nvSpPr>
        <p:spPr>
          <a:xfrm>
            <a:off x="673100" y="1736725"/>
            <a:ext cx="5537200" cy="4351338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altLang="ru-RU" sz="2800" dirty="0"/>
              <a:t>У кого ресурсы, тот и главнее</a:t>
            </a:r>
          </a:p>
          <a:p>
            <a:pPr marL="514350" indent="-514350">
              <a:buFont typeface="+mj-lt"/>
              <a:buAutoNum type="arabicPeriod"/>
            </a:pPr>
            <a:r>
              <a:rPr lang="ru-RU" altLang="ru-RU" sz="2800" dirty="0"/>
              <a:t>Если муж зарабатывает и отдает все жене, то жена главная, т.к. она владеет ресурсами</a:t>
            </a:r>
          </a:p>
          <a:p>
            <a:pPr marL="514350" indent="-514350">
              <a:buFont typeface="+mj-lt"/>
              <a:buAutoNum type="arabicPeriod"/>
            </a:pPr>
            <a:r>
              <a:rPr lang="ru-RU" altLang="ru-RU" sz="2800" dirty="0"/>
              <a:t>Главный не тот кто зарабатывает, а тот кто владеет и распоряжается ресурсами</a:t>
            </a:r>
          </a:p>
        </p:txBody>
      </p:sp>
    </p:spTree>
    <p:extLst>
      <p:ext uri="{BB962C8B-B14F-4D97-AF65-F5344CB8AC3E}">
        <p14:creationId xmlns:p14="http://schemas.microsoft.com/office/powerpoint/2010/main" val="827031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8" cy="1341663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/>
              <a:t>ВИДЫ НЕПРЯМЫХ ИЕРАРХИЙ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half" idx="1"/>
          </p:nvPr>
        </p:nvSpPr>
        <p:spPr>
          <a:xfrm>
            <a:off x="685801" y="2142066"/>
            <a:ext cx="10197192" cy="364913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sz="4800" dirty="0" err="1"/>
              <a:t>Псевдопатриархат</a:t>
            </a:r>
            <a:endParaRPr lang="ru-RU" sz="4800" dirty="0"/>
          </a:p>
          <a:p>
            <a:pPr marL="514350" indent="-514350">
              <a:buFont typeface="+mj-lt"/>
              <a:buAutoNum type="arabicPeriod"/>
            </a:pPr>
            <a:r>
              <a:rPr lang="ru-RU" sz="4800" dirty="0" err="1"/>
              <a:t>Псевдоматриархат</a:t>
            </a:r>
            <a:endParaRPr lang="ru-RU" sz="4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617948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8" cy="13416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800" b="1" dirty="0"/>
              <a:t>ИЕРАРХИИ, КОТОРЫЕ РАБОТАЮТ В ПАРЕ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half" idx="1"/>
          </p:nvPr>
        </p:nvSpPr>
        <p:spPr>
          <a:xfrm>
            <a:off x="685801" y="2142066"/>
            <a:ext cx="10197192" cy="3649135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040" y="1781198"/>
            <a:ext cx="5594713" cy="437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16656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altLang="ru-RU" sz="4400" b="1" dirty="0"/>
              <a:t>Виды </a:t>
            </a:r>
            <a:r>
              <a:rPr lang="ru-RU" altLang="ru-RU" sz="4400" b="1"/>
              <a:t>псевдоиерархий</a:t>
            </a:r>
            <a:endParaRPr lang="ru-RU" altLang="ru-RU" sz="44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2197" y="3968985"/>
            <a:ext cx="5382417" cy="1328421"/>
          </a:xfrm>
        </p:spPr>
        <p:txBody>
          <a:bodyPr>
            <a:noAutofit/>
          </a:bodyPr>
          <a:lstStyle/>
          <a:p>
            <a:pPr marL="0" lvl="1" indent="0" algn="just">
              <a:spcBef>
                <a:spcPts val="0"/>
              </a:spcBef>
              <a:buNone/>
            </a:pPr>
            <a:r>
              <a:rPr lang="ru-RU" altLang="ru-RU" sz="2800" dirty="0" err="1">
                <a:cs typeface="Arial" panose="020B0604020202020204" pitchFamily="34" charset="0"/>
              </a:rPr>
              <a:t>Псевдоматриархат</a:t>
            </a:r>
            <a:r>
              <a:rPr lang="ru-RU" altLang="ru-RU" sz="2800" dirty="0"/>
              <a:t>=Бизнес-</a:t>
            </a:r>
            <a:r>
              <a:rPr lang="ru-RU" altLang="ru-RU" sz="2800" dirty="0" err="1"/>
              <a:t>вумен</a:t>
            </a:r>
            <a:r>
              <a:rPr lang="ru-RU" altLang="ru-RU" sz="2800" dirty="0"/>
              <a:t>, которая делает все так, как выгодно ее тихому и спокойному мужу. «Еврейский муж».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512197" y="1713457"/>
            <a:ext cx="603340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ru-RU" altLang="ru-RU" sz="2800" dirty="0" err="1">
                <a:solidFill>
                  <a:schemeClr val="bg1"/>
                </a:solidFill>
                <a:latin typeface="Calibri" panose="020F0502020204030204" pitchFamily="34" charset="0"/>
              </a:rPr>
              <a:t>Псевдопатриархат</a:t>
            </a:r>
            <a:r>
              <a:rPr lang="ru-RU" altLang="ru-RU" sz="2800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ru-RU" altLang="ru-RU" sz="2800">
                <a:solidFill>
                  <a:schemeClr val="bg1"/>
                </a:solidFill>
                <a:latin typeface="Calibri" panose="020F0502020204030204" pitchFamily="34" charset="0"/>
              </a:rPr>
              <a:t>= Муж </a:t>
            </a:r>
            <a:r>
              <a:rPr lang="ru-RU" altLang="ru-RU" sz="2800" dirty="0">
                <a:solidFill>
                  <a:schemeClr val="bg1"/>
                </a:solidFill>
                <a:latin typeface="Calibri" panose="020F0502020204030204" pitchFamily="34" charset="0"/>
              </a:rPr>
              <a:t>– голова, </a:t>
            </a:r>
          </a:p>
          <a:p>
            <a:pPr algn="just"/>
            <a:r>
              <a:rPr lang="ru-RU" altLang="ru-RU" sz="2800" dirty="0">
                <a:solidFill>
                  <a:schemeClr val="bg1"/>
                </a:solidFill>
                <a:latin typeface="Calibri" panose="020F0502020204030204" pitchFamily="34" charset="0"/>
              </a:rPr>
              <a:t>жена – шея, куда шея повернется, </a:t>
            </a:r>
          </a:p>
          <a:p>
            <a:pPr algn="just"/>
            <a:r>
              <a:rPr lang="ru-RU" altLang="ru-RU" sz="2800" dirty="0">
                <a:solidFill>
                  <a:schemeClr val="bg1"/>
                </a:solidFill>
                <a:latin typeface="Calibri" panose="020F0502020204030204" pitchFamily="34" charset="0"/>
              </a:rPr>
              <a:t>туда голова и смотрит. </a:t>
            </a:r>
          </a:p>
          <a:p>
            <a:pPr algn="just"/>
            <a:r>
              <a:rPr lang="ru-RU" altLang="ru-RU" sz="2800" dirty="0">
                <a:solidFill>
                  <a:schemeClr val="bg1"/>
                </a:solidFill>
                <a:latin typeface="Calibri" panose="020F0502020204030204" pitchFamily="34" charset="0"/>
              </a:rPr>
              <a:t>«Восточная женщина».</a:t>
            </a:r>
          </a:p>
        </p:txBody>
      </p:sp>
      <p:pic>
        <p:nvPicPr>
          <p:cNvPr id="15365" name="Picture 5" descr="102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672" y="1713457"/>
            <a:ext cx="3161166" cy="216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people_20_womanshort_front_white_5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672" y="3963866"/>
            <a:ext cx="2566022" cy="256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410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altLang="ru-RU" sz="4400" b="1" dirty="0"/>
              <a:t>Функции двойных иерархий</a:t>
            </a:r>
          </a:p>
        </p:txBody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>
          <a:xfrm>
            <a:off x="625475" y="1811338"/>
            <a:ext cx="5440363" cy="3927475"/>
          </a:xfrm>
        </p:spPr>
        <p:txBody>
          <a:bodyPr/>
          <a:lstStyle/>
          <a:p>
            <a:pPr marL="0" indent="0" algn="just">
              <a:lnSpc>
                <a:spcPct val="80000"/>
              </a:lnSpc>
              <a:buNone/>
            </a:pPr>
            <a:r>
              <a:rPr lang="ru-RU" altLang="ru-RU" sz="2800" dirty="0"/>
              <a:t>1.Сохранение лица мужчины</a:t>
            </a:r>
          </a:p>
          <a:p>
            <a:pPr marL="0" indent="0" algn="just">
              <a:lnSpc>
                <a:spcPct val="80000"/>
              </a:lnSpc>
              <a:buNone/>
            </a:pPr>
            <a:r>
              <a:rPr lang="ru-RU" altLang="ru-RU" sz="2800" dirty="0"/>
              <a:t>2.Канализирование </a:t>
            </a:r>
          </a:p>
          <a:p>
            <a:pPr marL="0" indent="0" algn="just">
              <a:lnSpc>
                <a:spcPct val="80000"/>
              </a:lnSpc>
              <a:buNone/>
            </a:pPr>
            <a:r>
              <a:rPr lang="ru-RU" altLang="ru-RU" sz="2800" dirty="0"/>
              <a:t>энергии, агрессии женщины</a:t>
            </a:r>
          </a:p>
          <a:p>
            <a:pPr marL="0" indent="0" algn="just">
              <a:lnSpc>
                <a:spcPct val="80000"/>
              </a:lnSpc>
              <a:buNone/>
            </a:pPr>
            <a:r>
              <a:rPr lang="ru-RU" altLang="ru-RU" sz="2800" dirty="0"/>
              <a:t>3.Обеспечение баланса власти </a:t>
            </a:r>
          </a:p>
          <a:p>
            <a:pPr marL="0" indent="0" algn="just">
              <a:lnSpc>
                <a:spcPct val="80000"/>
              </a:lnSpc>
              <a:buNone/>
            </a:pPr>
            <a:r>
              <a:rPr lang="ru-RU" altLang="ru-RU" sz="2800" dirty="0"/>
              <a:t>и ответственности в паре</a:t>
            </a:r>
          </a:p>
          <a:p>
            <a:endParaRPr lang="ru-RU" altLang="ru-RU" dirty="0"/>
          </a:p>
        </p:txBody>
      </p:sp>
      <p:pic>
        <p:nvPicPr>
          <p:cNvPr id="18436" name="Picture 4" descr="img_8614952a5139c7ec1ea69913d8fb93c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685" y="2382158"/>
            <a:ext cx="5037542" cy="335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730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8" cy="1341663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/>
              <a:t>МЕТА-КОМПЛЕМЕНТАРНЫЙ МАНЕВР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half" idx="1"/>
          </p:nvPr>
        </p:nvSpPr>
        <p:spPr>
          <a:xfrm>
            <a:off x="685801" y="2142066"/>
            <a:ext cx="10197192" cy="3649135"/>
          </a:xfrm>
        </p:spPr>
        <p:txBody>
          <a:bodyPr>
            <a:normAutofit fontScale="92500"/>
          </a:bodyPr>
          <a:lstStyle/>
          <a:p>
            <a:r>
              <a:rPr lang="ru-RU" sz="4800" dirty="0"/>
              <a:t>1.Главенство и оценка(Лена и Олег)</a:t>
            </a:r>
          </a:p>
          <a:p>
            <a:r>
              <a:rPr lang="ru-RU" sz="4800" dirty="0"/>
              <a:t>2.Варианты и выбор(Оля и Дима)</a:t>
            </a:r>
          </a:p>
          <a:p>
            <a:r>
              <a:rPr lang="ru-RU" sz="4800" dirty="0"/>
              <a:t>3.Просьбы с отступлением</a:t>
            </a:r>
            <a:r>
              <a:rPr lang="ru-RU" sz="4800"/>
              <a:t>(Олеся и Иван)</a:t>
            </a:r>
            <a:endParaRPr lang="ru-RU" sz="4800" dirty="0"/>
          </a:p>
          <a:p>
            <a:r>
              <a:rPr lang="ru-RU" sz="4800" dirty="0"/>
              <a:t>4.Уступать и ставить на место(Аня и Юра)</a:t>
            </a:r>
          </a:p>
        </p:txBody>
      </p:sp>
    </p:spTree>
    <p:extLst>
      <p:ext uri="{BB962C8B-B14F-4D97-AF65-F5344CB8AC3E}">
        <p14:creationId xmlns:p14="http://schemas.microsoft.com/office/powerpoint/2010/main" val="383782958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Небеса">
  <a:themeElements>
    <a:clrScheme name="Небеса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0000FF"/>
      </a:hlink>
      <a:folHlink>
        <a:srgbClr val="FF00FF"/>
      </a:folHlink>
    </a:clrScheme>
    <a:fontScheme name="Небеса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Небес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rnd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Небеса">
  <a:themeElements>
    <a:clrScheme name="Небеса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0000FF"/>
      </a:hlink>
      <a:folHlink>
        <a:srgbClr val="FF00FF"/>
      </a:folHlink>
    </a:clrScheme>
    <a:fontScheme name="Небеса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Небес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rnd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</TotalTime>
  <Words>290</Words>
  <Application>Microsoft Office PowerPoint</Application>
  <PresentationFormat>Широкоэкранный</PresentationFormat>
  <Paragraphs>37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Небеса</vt:lpstr>
      <vt:lpstr>     Психология отношений и Психологическая коррекция сексуальной сферы</vt:lpstr>
      <vt:lpstr>Mental Research Institute </vt:lpstr>
      <vt:lpstr>Информация о преподавателе</vt:lpstr>
      <vt:lpstr>Природа иерархии</vt:lpstr>
      <vt:lpstr>ВИДЫ НЕПРЯМЫХ ИЕРАРХИЙ</vt:lpstr>
      <vt:lpstr>ИЕРАРХИИ, КОТОРЫЕ РАБОТАЮТ В ПАРЕ</vt:lpstr>
      <vt:lpstr>Виды псевдоиерархий</vt:lpstr>
      <vt:lpstr>Функции двойных иерархий</vt:lpstr>
      <vt:lpstr>МЕТА-КОМПЛЕМЕНТАРНЫЙ МАНЕВР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Семейное И ДЕТСКОЕ  консультирование</dc:title>
  <dc:creator>Andrey</dc:creator>
  <cp:lastModifiedBy>365 Pro Plus</cp:lastModifiedBy>
  <cp:revision>42</cp:revision>
  <dcterms:modified xsi:type="dcterms:W3CDTF">2026-05-16T06:14:00Z</dcterms:modified>
</cp:coreProperties>
</file>