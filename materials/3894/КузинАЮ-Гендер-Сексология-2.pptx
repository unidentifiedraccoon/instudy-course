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30"/>
  </p:notesMasterIdLst>
  <p:sldIdLst>
    <p:sldId id="290" r:id="rId3"/>
    <p:sldId id="257" r:id="rId4"/>
    <p:sldId id="258" r:id="rId5"/>
    <p:sldId id="276" r:id="rId6"/>
    <p:sldId id="274" r:id="rId7"/>
    <p:sldId id="277" r:id="rId8"/>
    <p:sldId id="275" r:id="rId9"/>
    <p:sldId id="260" r:id="rId10"/>
    <p:sldId id="259" r:id="rId11"/>
    <p:sldId id="278" r:id="rId12"/>
    <p:sldId id="262" r:id="rId13"/>
    <p:sldId id="280" r:id="rId14"/>
    <p:sldId id="265" r:id="rId15"/>
    <p:sldId id="263" r:id="rId16"/>
    <p:sldId id="283" r:id="rId17"/>
    <p:sldId id="279" r:id="rId18"/>
    <p:sldId id="266" r:id="rId19"/>
    <p:sldId id="268" r:id="rId20"/>
    <p:sldId id="271" r:id="rId21"/>
    <p:sldId id="289" r:id="rId22"/>
    <p:sldId id="269" r:id="rId23"/>
    <p:sldId id="270" r:id="rId24"/>
    <p:sldId id="284" r:id="rId25"/>
    <p:sldId id="285" r:id="rId26"/>
    <p:sldId id="286" r:id="rId27"/>
    <p:sldId id="287" r:id="rId28"/>
    <p:sldId id="288" r:id="rId2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1pPr>
    <a:lvl2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2pPr>
    <a:lvl3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3pPr>
    <a:lvl4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4pPr>
    <a:lvl5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5pPr>
    <a:lvl6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6pPr>
    <a:lvl7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7pPr>
    <a:lvl8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8pPr>
    <a:lvl9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434343"/>
        </a:fontRef>
        <a:srgbClr val="434343"/>
      </a:tcTxStyle>
      <a:tcStyle>
        <a:tcBdr>
          <a:left>
            <a:ln w="12700" cap="flat">
              <a:solidFill>
                <a:srgbClr val="CCCDCB"/>
              </a:solidFill>
              <a:prstDash val="solid"/>
              <a:miter lim="400000"/>
            </a:ln>
          </a:left>
          <a:right>
            <a:ln w="12700" cap="flat">
              <a:solidFill>
                <a:srgbClr val="CCCDCB"/>
              </a:solidFill>
              <a:prstDash val="solid"/>
              <a:miter lim="400000"/>
            </a:ln>
          </a:right>
          <a:top>
            <a:ln w="12700" cap="flat">
              <a:solidFill>
                <a:srgbClr val="CCCDCB"/>
              </a:solidFill>
              <a:prstDash val="solid"/>
              <a:miter lim="400000"/>
            </a:ln>
          </a:top>
          <a:bottom>
            <a:ln w="12700" cap="flat">
              <a:solidFill>
                <a:srgbClr val="CCCDCB"/>
              </a:solidFill>
              <a:prstDash val="solid"/>
              <a:miter lim="400000"/>
            </a:ln>
          </a:bottom>
          <a:insideH>
            <a:ln w="12700" cap="flat">
              <a:solidFill>
                <a:srgbClr val="CCCDCB"/>
              </a:solidFill>
              <a:prstDash val="solid"/>
              <a:miter lim="400000"/>
            </a:ln>
          </a:insideH>
          <a:insideV>
            <a:ln w="12700" cap="flat">
              <a:solidFill>
                <a:srgbClr val="CCCD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828D8E">
              <a:alpha val="20000"/>
            </a:srgbClr>
          </a:solidFill>
        </a:fill>
      </a:tcStyle>
    </a:band2H>
    <a:firstCol>
      <a:tcTxStyle b="off" i="off">
        <a:fontRef idx="major">
          <a:srgbClr val="434343"/>
        </a:fontRef>
        <a:srgbClr val="434343"/>
      </a:tcTxStyle>
      <a:tcStyle>
        <a:tcBdr>
          <a:left>
            <a:ln w="12700" cap="flat">
              <a:solidFill>
                <a:srgbClr val="CCCDCB"/>
              </a:solidFill>
              <a:prstDash val="solid"/>
              <a:miter lim="400000"/>
            </a:ln>
          </a:left>
          <a:right>
            <a:ln w="38100" cap="flat">
              <a:solidFill>
                <a:srgbClr val="CCCDCB"/>
              </a:solidFill>
              <a:prstDash val="solid"/>
              <a:miter lim="400000"/>
            </a:ln>
          </a:right>
          <a:top>
            <a:ln w="12700" cap="flat">
              <a:solidFill>
                <a:srgbClr val="CCCDCB"/>
              </a:solidFill>
              <a:prstDash val="solid"/>
              <a:miter lim="400000"/>
            </a:ln>
          </a:top>
          <a:bottom>
            <a:ln w="12700" cap="flat">
              <a:solidFill>
                <a:srgbClr val="CCCDCB"/>
              </a:solidFill>
              <a:prstDash val="solid"/>
              <a:miter lim="400000"/>
            </a:ln>
          </a:bottom>
          <a:insideH>
            <a:ln w="12700" cap="flat">
              <a:solidFill>
                <a:srgbClr val="CCCDCB"/>
              </a:solidFill>
              <a:prstDash val="solid"/>
              <a:miter lim="400000"/>
            </a:ln>
          </a:insideH>
          <a:insideV>
            <a:ln w="12700" cap="flat">
              <a:solidFill>
                <a:srgbClr val="CCCDCB"/>
              </a:solidFill>
              <a:prstDash val="solid"/>
              <a:miter lim="400000"/>
            </a:ln>
          </a:insideV>
        </a:tcBdr>
        <a:fill>
          <a:solidFill>
            <a:srgbClr val="EBEBE3"/>
          </a:solidFill>
        </a:fill>
      </a:tcStyle>
    </a:firstCol>
    <a:lastRow>
      <a:tcTxStyle b="off" i="off">
        <a:fontRef idx="major">
          <a:srgbClr val="434343"/>
        </a:fontRef>
        <a:srgbClr val="434343"/>
      </a:tcTxStyle>
      <a:tcStyle>
        <a:tcBdr>
          <a:left>
            <a:ln w="12700" cap="flat">
              <a:solidFill>
                <a:srgbClr val="CCCDCB"/>
              </a:solidFill>
              <a:prstDash val="solid"/>
              <a:miter lim="400000"/>
            </a:ln>
          </a:left>
          <a:right>
            <a:ln w="12700" cap="flat">
              <a:solidFill>
                <a:srgbClr val="CCCDCB"/>
              </a:solidFill>
              <a:prstDash val="solid"/>
              <a:miter lim="400000"/>
            </a:ln>
          </a:right>
          <a:top>
            <a:ln w="38100" cap="flat">
              <a:solidFill>
                <a:srgbClr val="CCCDCB"/>
              </a:solidFill>
              <a:prstDash val="solid"/>
              <a:miter lim="400000"/>
            </a:ln>
          </a:top>
          <a:bottom>
            <a:ln w="12700" cap="flat">
              <a:solidFill>
                <a:srgbClr val="CCCDCB"/>
              </a:solidFill>
              <a:prstDash val="solid"/>
              <a:miter lim="400000"/>
            </a:ln>
          </a:bottom>
          <a:insideH>
            <a:ln w="12700" cap="flat">
              <a:solidFill>
                <a:srgbClr val="CCCDCB"/>
              </a:solidFill>
              <a:prstDash val="solid"/>
              <a:miter lim="400000"/>
            </a:ln>
          </a:insideH>
          <a:insideV>
            <a:ln w="12700" cap="flat">
              <a:solidFill>
                <a:srgbClr val="CCCDCB"/>
              </a:solidFill>
              <a:prstDash val="solid"/>
              <a:miter lim="400000"/>
            </a:ln>
          </a:insideV>
        </a:tcBdr>
        <a:fill>
          <a:solidFill>
            <a:srgbClr val="EBEBE3"/>
          </a:solidFill>
        </a:fill>
      </a:tcStyle>
    </a:lastRow>
    <a:firstRow>
      <a:tcTxStyle b="off" i="off">
        <a:fontRef idx="major">
          <a:srgbClr val="434343"/>
        </a:fontRef>
        <a:srgbClr val="434343"/>
      </a:tcTxStyle>
      <a:tcStyle>
        <a:tcBdr>
          <a:left>
            <a:ln w="12700" cap="flat">
              <a:solidFill>
                <a:srgbClr val="CCCDCB"/>
              </a:solidFill>
              <a:prstDash val="solid"/>
              <a:miter lim="400000"/>
            </a:ln>
          </a:left>
          <a:right>
            <a:ln w="12700" cap="flat">
              <a:solidFill>
                <a:srgbClr val="CCCDCB"/>
              </a:solidFill>
              <a:prstDash val="solid"/>
              <a:miter lim="400000"/>
            </a:ln>
          </a:right>
          <a:top>
            <a:ln w="12700" cap="flat">
              <a:solidFill>
                <a:srgbClr val="CCCDCB"/>
              </a:solidFill>
              <a:prstDash val="solid"/>
              <a:miter lim="400000"/>
            </a:ln>
          </a:top>
          <a:bottom>
            <a:ln w="38100" cap="flat">
              <a:solidFill>
                <a:srgbClr val="CCCDCB"/>
              </a:solidFill>
              <a:prstDash val="solid"/>
              <a:miter lim="400000"/>
            </a:ln>
          </a:bottom>
          <a:insideH>
            <a:ln w="12700" cap="flat">
              <a:solidFill>
                <a:srgbClr val="CCCDCB"/>
              </a:solidFill>
              <a:prstDash val="solid"/>
              <a:miter lim="400000"/>
            </a:ln>
          </a:insideH>
          <a:insideV>
            <a:ln w="12700" cap="flat">
              <a:solidFill>
                <a:srgbClr val="CCCDCB"/>
              </a:solidFill>
              <a:prstDash val="solid"/>
              <a:miter lim="400000"/>
            </a:ln>
          </a:insideV>
        </a:tcBdr>
        <a:fill>
          <a:solidFill>
            <a:srgbClr val="EBEBE3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left>
          <a:right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right>
          <a:top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top>
          <a:bottom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bottom>
          <a:insideH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insideH>
          <a:insideV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left>
          <a:right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right>
          <a:top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top>
          <a:bottom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bottom>
          <a:insideH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insideH>
          <a:insideV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insideV>
        </a:tcBdr>
        <a:fill>
          <a:solidFill>
            <a:srgbClr val="E5E1C5"/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left>
          <a:right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right>
          <a:top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top>
          <a:bottom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bottom>
          <a:insideH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insideH>
          <a:insideV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insideV>
        </a:tcBdr>
        <a:fill>
          <a:solidFill>
            <a:srgbClr val="B0C09A"/>
          </a:solidFill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left>
          <a:right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right>
          <a:top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top>
          <a:bottom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bottom>
          <a:insideH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insideH>
          <a:insideV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insideV>
        </a:tcBdr>
        <a:fill>
          <a:solidFill>
            <a:srgbClr val="B0C09A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44444"/>
              </a:solidFill>
              <a:prstDash val="solid"/>
              <a:miter lim="400000"/>
            </a:ln>
          </a:top>
          <a:bottom>
            <a:ln w="12700" cap="flat">
              <a:solidFill>
                <a:srgbClr val="444444"/>
              </a:solidFill>
              <a:prstDash val="solid"/>
              <a:miter lim="400000"/>
            </a:ln>
          </a:bottom>
          <a:insideH>
            <a:ln w="12700" cap="flat">
              <a:solidFill>
                <a:srgbClr val="444444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9AB0B5">
              <a:alpha val="10000"/>
            </a:srgbClr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>
                  <a:satOff val="-7715"/>
                  <a:lumOff val="-22108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rgbClr val="44444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ADBD7"/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44444"/>
              </a:solidFill>
              <a:prstDash val="solid"/>
              <a:miter lim="400000"/>
            </a:ln>
          </a:top>
          <a:bottom>
            <a:ln w="12700" cap="flat">
              <a:solidFill>
                <a:schemeClr val="accent1">
                  <a:satOff val="-7715"/>
                  <a:lumOff val="-22108"/>
                </a:scheme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AB0B5"/>
          </a:solidFill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chemeClr val="accent1">
                  <a:satOff val="-7715"/>
                  <a:lumOff val="-2210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44444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AB0B5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434343"/>
        </a:fontRef>
        <a:srgbClr val="434343"/>
      </a:tcTxStyle>
      <a:tcStyle>
        <a:tcBdr>
          <a:left>
            <a:ln w="12700" cap="flat">
              <a:solidFill>
                <a:srgbClr val="949E9F"/>
              </a:solidFill>
              <a:prstDash val="solid"/>
              <a:miter lim="400000"/>
            </a:ln>
          </a:left>
          <a:right>
            <a:ln w="12700" cap="flat">
              <a:solidFill>
                <a:srgbClr val="949E9F"/>
              </a:solidFill>
              <a:prstDash val="solid"/>
              <a:miter lim="400000"/>
            </a:ln>
          </a:right>
          <a:top>
            <a:ln w="12700" cap="flat">
              <a:solidFill>
                <a:srgbClr val="949E9F"/>
              </a:solidFill>
              <a:prstDash val="solid"/>
              <a:miter lim="400000"/>
            </a:ln>
          </a:top>
          <a:bottom>
            <a:ln w="12700" cap="flat">
              <a:solidFill>
                <a:srgbClr val="949E9F"/>
              </a:solidFill>
              <a:prstDash val="solid"/>
              <a:miter lim="400000"/>
            </a:ln>
          </a:bottom>
          <a:insideH>
            <a:ln w="12700" cap="flat">
              <a:solidFill>
                <a:srgbClr val="949E9F"/>
              </a:solidFill>
              <a:prstDash val="solid"/>
              <a:miter lim="400000"/>
            </a:ln>
          </a:insideH>
          <a:insideV>
            <a:ln w="12700" cap="flat">
              <a:solidFill>
                <a:srgbClr val="949E9F"/>
              </a:solidFill>
              <a:prstDash val="solid"/>
              <a:miter lim="400000"/>
            </a:ln>
          </a:insideV>
        </a:tcBdr>
        <a:fill>
          <a:solidFill>
            <a:srgbClr val="E2E0D9"/>
          </a:solidFill>
        </a:fill>
      </a:tcStyle>
    </a:wholeTbl>
    <a:band2H>
      <a:tcTxStyle/>
      <a:tcStyle>
        <a:tcBdr/>
        <a:fill>
          <a:solidFill>
            <a:srgbClr val="EFECE5"/>
          </a:solidFill>
        </a:fill>
      </a:tcStyle>
    </a:band2H>
    <a:firstCo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chemeClr val="accent4">
                  <a:satOff val="-11517"/>
                  <a:lumOff val="-24324"/>
                </a:schemeClr>
              </a:solidFill>
              <a:prstDash val="solid"/>
              <a:miter lim="400000"/>
            </a:ln>
          </a:left>
          <a:right>
            <a:ln w="0" cap="flat">
              <a:noFill/>
              <a:miter lim="400000"/>
            </a:ln>
          </a:right>
          <a:top>
            <a:ln w="12700" cap="flat">
              <a:solidFill>
                <a:srgbClr val="352922"/>
              </a:solidFill>
              <a:prstDash val="solid"/>
              <a:miter lim="400000"/>
            </a:ln>
          </a:top>
          <a:bottom>
            <a:ln w="12700" cap="flat">
              <a:solidFill>
                <a:srgbClr val="352922"/>
              </a:solidFill>
              <a:prstDash val="solid"/>
              <a:miter lim="400000"/>
            </a:ln>
          </a:bottom>
          <a:insideH>
            <a:ln w="12700" cap="flat">
              <a:solidFill>
                <a:srgbClr val="352922"/>
              </a:solidFill>
              <a:prstDash val="solid"/>
              <a:miter lim="400000"/>
            </a:ln>
          </a:insideH>
          <a:insideV>
            <a:ln w="12700" cap="flat">
              <a:solidFill>
                <a:srgbClr val="352922"/>
              </a:solidFill>
              <a:prstDash val="solid"/>
              <a:miter lim="400000"/>
            </a:ln>
          </a:insideV>
        </a:tcBdr>
        <a:fill>
          <a:solidFill>
            <a:srgbClr val="4F4036"/>
          </a:solidFill>
        </a:fill>
      </a:tcStyle>
    </a:firstCol>
    <a:lastRow>
      <a:tcTxStyle b="off" i="off">
        <a:fontRef idx="major">
          <a:srgbClr val="434343"/>
        </a:fontRef>
        <a:srgbClr val="434343"/>
      </a:tcTxStyle>
      <a:tcStyle>
        <a:tcBdr>
          <a:left>
            <a:ln w="12700" cap="flat">
              <a:solidFill>
                <a:srgbClr val="6D5D4B"/>
              </a:solidFill>
              <a:prstDash val="solid"/>
              <a:miter lim="400000"/>
            </a:ln>
          </a:left>
          <a:right>
            <a:ln w="12700" cap="flat">
              <a:solidFill>
                <a:srgbClr val="6D5D4B"/>
              </a:solidFill>
              <a:prstDash val="solid"/>
              <a:miter lim="400000"/>
            </a:ln>
          </a:right>
          <a:top>
            <a:ln w="25400" cap="flat">
              <a:solidFill>
                <a:srgbClr val="352922"/>
              </a:solidFill>
              <a:prstDash val="solid"/>
              <a:miter lim="400000"/>
            </a:ln>
          </a:top>
          <a:bottom>
            <a:ln w="12700" cap="flat">
              <a:solidFill>
                <a:schemeClr val="accent4">
                  <a:satOff val="-11517"/>
                  <a:lumOff val="-24324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rgbClr val="6D5D4B"/>
              </a:solidFill>
              <a:prstDash val="solid"/>
              <a:miter lim="400000"/>
            </a:ln>
          </a:insideH>
          <a:insideV>
            <a:ln w="12700" cap="flat">
              <a:solidFill>
                <a:srgbClr val="6D5D4B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352922"/>
              </a:solidFill>
              <a:prstDash val="solid"/>
              <a:miter lim="400000"/>
            </a:ln>
          </a:left>
          <a:right>
            <a:ln w="12700" cap="flat">
              <a:solidFill>
                <a:srgbClr val="352922"/>
              </a:solidFill>
              <a:prstDash val="solid"/>
              <a:miter lim="400000"/>
            </a:ln>
          </a:right>
          <a:top>
            <a:ln w="12700" cap="flat">
              <a:solidFill>
                <a:schemeClr val="accent4">
                  <a:satOff val="-11517"/>
                  <a:lumOff val="-24324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352922"/>
              </a:solidFill>
              <a:prstDash val="solid"/>
              <a:miter lim="400000"/>
            </a:ln>
          </a:bottom>
          <a:insideH>
            <a:ln w="12700" cap="flat">
              <a:solidFill>
                <a:srgbClr val="352922"/>
              </a:solidFill>
              <a:prstDash val="solid"/>
              <a:miter lim="400000"/>
            </a:ln>
          </a:insideH>
          <a:insideV>
            <a:ln w="12700" cap="flat">
              <a:solidFill>
                <a:srgbClr val="352922"/>
              </a:solidFill>
              <a:prstDash val="solid"/>
              <a:miter lim="400000"/>
            </a:ln>
          </a:insideV>
        </a:tcBdr>
        <a:fill>
          <a:solidFill>
            <a:srgbClr val="4F403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434343"/>
        </a:fontRef>
        <a:srgbClr val="434343"/>
      </a:tcTxStyle>
      <a:tcStyle>
        <a:tcBdr>
          <a:left>
            <a:ln w="12700" cap="flat">
              <a:solidFill>
                <a:srgbClr val="CCCDCB"/>
              </a:solidFill>
              <a:prstDash val="solid"/>
              <a:miter lim="400000"/>
            </a:ln>
          </a:left>
          <a:right>
            <a:ln w="12700" cap="flat">
              <a:solidFill>
                <a:srgbClr val="CCCDCB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CCCD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2D2D3">
              <a:alpha val="38000"/>
            </a:srgbClr>
          </a:solidFill>
        </a:fill>
      </a:tcStyle>
    </a:band2H>
    <a:firstCo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939393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CCCDCB"/>
              </a:solidFill>
              <a:prstDash val="solid"/>
              <a:miter lim="400000"/>
            </a:ln>
          </a:insideV>
        </a:tcBdr>
        <a:fill>
          <a:solidFill>
            <a:srgbClr val="A5A8A3"/>
          </a:solidFill>
        </a:fill>
      </a:tcStyle>
    </a:firstCol>
    <a:lastRow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5A8A3"/>
              </a:solidFill>
              <a:prstDash val="solid"/>
              <a:miter lim="400000"/>
            </a:ln>
          </a:left>
          <a:right>
            <a:ln w="12700" cap="flat">
              <a:solidFill>
                <a:srgbClr val="A5A8A3"/>
              </a:solidFill>
              <a:prstDash val="solid"/>
              <a:miter lim="400000"/>
            </a:ln>
          </a:right>
          <a:top>
            <a:ln w="12700" cap="flat">
              <a:solidFill>
                <a:srgbClr val="939393"/>
              </a:solidFill>
              <a:prstDash val="solid"/>
              <a:miter lim="400000"/>
            </a:ln>
          </a:top>
          <a:bottom>
            <a:ln w="12700" cap="flat">
              <a:solidFill>
                <a:srgbClr val="939393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A5A8A3"/>
              </a:solidFill>
              <a:prstDash val="solid"/>
              <a:miter lim="400000"/>
            </a:ln>
          </a:insideV>
        </a:tcBdr>
        <a:fill>
          <a:solidFill>
            <a:srgbClr val="6D6D6D"/>
          </a:solidFill>
        </a:fill>
      </a:tcStyle>
    </a:lastRow>
    <a:firstRow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5A8A3"/>
              </a:solidFill>
              <a:prstDash val="solid"/>
              <a:miter lim="400000"/>
            </a:ln>
          </a:left>
          <a:right>
            <a:ln w="12700" cap="flat">
              <a:solidFill>
                <a:srgbClr val="A5A8A3"/>
              </a:solidFill>
              <a:prstDash val="solid"/>
              <a:miter lim="400000"/>
            </a:ln>
          </a:right>
          <a:top>
            <a:ln w="12700" cap="flat">
              <a:solidFill>
                <a:srgbClr val="939393"/>
              </a:solidFill>
              <a:prstDash val="solid"/>
              <a:miter lim="400000"/>
            </a:ln>
          </a:top>
          <a:bottom>
            <a:ln w="12700" cap="flat">
              <a:solidFill>
                <a:srgbClr val="939393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A5A8A3"/>
              </a:solidFill>
              <a:prstDash val="solid"/>
              <a:miter lim="400000"/>
            </a:ln>
          </a:insideV>
        </a:tcBdr>
        <a:fill>
          <a:solidFill>
            <a:srgbClr val="6D6D6D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CCDCB">
              <a:alpha val="21000"/>
            </a:srgbClr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39393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right>
          <a:top>
            <a:ln w="25400" cap="flat">
              <a:solidFill>
                <a:srgbClr val="939393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39393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6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4" name="Shape 14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188719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 — горизонтально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Изображение"/>
          <p:cNvSpPr>
            <a:spLocks noGrp="1"/>
          </p:cNvSpPr>
          <p:nvPr>
            <p:ph type="pic" idx="13"/>
          </p:nvPr>
        </p:nvSpPr>
        <p:spPr>
          <a:xfrm>
            <a:off x="1809750" y="519112"/>
            <a:ext cx="9685764" cy="6311905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079500" y="6515100"/>
            <a:ext cx="11176000" cy="1625600"/>
          </a:xfrm>
          <a:prstGeom prst="rect">
            <a:avLst/>
          </a:prstGeom>
        </p:spPr>
        <p:txBody>
          <a:bodyPr anchor="b"/>
          <a:lstStyle>
            <a:lvl1pPr>
              <a:defRPr cap="all" spc="232">
                <a:solidFill>
                  <a:srgbClr val="EBEBEB"/>
                </a:solidFill>
                <a:effectLst>
                  <a:outerShdw blurRad="25400" dist="25400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079500" y="8166100"/>
            <a:ext cx="11176000" cy="1308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C8C8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 — по центру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079500" y="3416300"/>
            <a:ext cx="11176000" cy="2921000"/>
          </a:xfrm>
          <a:prstGeom prst="rect">
            <a:avLst/>
          </a:prstGeom>
        </p:spPr>
        <p:txBody>
          <a:bodyPr/>
          <a:lstStyle>
            <a:lvl1pPr>
              <a:defRPr cap="all" spc="232">
                <a:solidFill>
                  <a:srgbClr val="EBEBEB"/>
                </a:solidFill>
                <a:effectLst>
                  <a:outerShdw blurRad="25400" dist="25400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3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C8C8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 — вертикально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Изображение"/>
          <p:cNvSpPr>
            <a:spLocks noGrp="1"/>
          </p:cNvSpPr>
          <p:nvPr>
            <p:ph type="pic" idx="13"/>
          </p:nvPr>
        </p:nvSpPr>
        <p:spPr>
          <a:xfrm>
            <a:off x="5841065" y="140733"/>
            <a:ext cx="13875774" cy="90424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914400" y="1193800"/>
            <a:ext cx="5270500" cy="3911600"/>
          </a:xfrm>
          <a:prstGeom prst="rect">
            <a:avLst/>
          </a:prstGeom>
        </p:spPr>
        <p:txBody>
          <a:bodyPr anchor="b"/>
          <a:lstStyle/>
          <a:p>
            <a:r>
              <a:t>Текст заголовка</a:t>
            </a:r>
          </a:p>
        </p:txBody>
      </p:sp>
      <p:sp>
        <p:nvSpPr>
          <p:cNvPr id="4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14400" y="5219700"/>
            <a:ext cx="5270500" cy="33782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/>
            </a:lvl1pPr>
            <a:lvl2pPr marL="0" indent="0" algn="ctr">
              <a:spcBef>
                <a:spcPts val="0"/>
              </a:spcBef>
              <a:buSzTx/>
              <a:buNone/>
              <a:defRPr sz="3600"/>
            </a:lvl2pPr>
            <a:lvl3pPr marL="0" indent="0" algn="ctr">
              <a:spcBef>
                <a:spcPts val="0"/>
              </a:spcBef>
              <a:buSzTx/>
              <a:buNone/>
              <a:defRPr sz="3600"/>
            </a:lvl3pPr>
            <a:lvl4pPr marL="0" indent="0" algn="ctr">
              <a:spcBef>
                <a:spcPts val="0"/>
              </a:spcBef>
              <a:buSzTx/>
              <a:buNone/>
              <a:defRPr sz="3600"/>
            </a:lvl4pPr>
            <a:lvl5pPr marL="0" indent="0" algn="ctr">
              <a:spcBef>
                <a:spcPts val="0"/>
              </a:spcBef>
              <a:buSzTx/>
              <a:buNone/>
              <a:defRPr sz="36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 —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4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57" name="Уровень текста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пункты коп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66" name="Уровень текста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Изображение"/>
          <p:cNvSpPr>
            <a:spLocks noGrp="1"/>
          </p:cNvSpPr>
          <p:nvPr>
            <p:ph type="pic" idx="13"/>
          </p:nvPr>
        </p:nvSpPr>
        <p:spPr>
          <a:xfrm>
            <a:off x="6068075" y="635557"/>
            <a:ext cx="13908500" cy="9063728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75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76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914400" y="2705100"/>
            <a:ext cx="5118100" cy="6019800"/>
          </a:xfrm>
          <a:prstGeom prst="rect">
            <a:avLst/>
          </a:prstGeom>
        </p:spPr>
        <p:txBody>
          <a:bodyPr/>
          <a:lstStyle>
            <a:lvl1pPr marL="342900" indent="-342900">
              <a:defRPr sz="3400"/>
            </a:lvl1pPr>
            <a:lvl2pPr marL="685800" indent="-342900">
              <a:defRPr sz="3400"/>
            </a:lvl2pPr>
            <a:lvl3pPr marL="1028700" indent="-342900">
              <a:defRPr sz="3400"/>
            </a:lvl3pPr>
            <a:lvl4pPr marL="1371600" indent="-342900">
              <a:defRPr sz="3400"/>
            </a:lvl4pPr>
            <a:lvl5pPr marL="1714500" indent="-342900">
              <a:defRPr sz="34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нкты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914400" y="685800"/>
            <a:ext cx="11176000" cy="8382000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 — подпись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Изображение"/>
          <p:cNvSpPr>
            <a:spLocks noGrp="1"/>
          </p:cNvSpPr>
          <p:nvPr>
            <p:ph type="pic" idx="13"/>
          </p:nvPr>
        </p:nvSpPr>
        <p:spPr>
          <a:xfrm>
            <a:off x="965200" y="228600"/>
            <a:ext cx="11069437" cy="72136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3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016000" y="7200900"/>
            <a:ext cx="5207000" cy="6604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515151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lvl1pPr>
            <a:lvl2pPr marL="0" indent="0">
              <a:spcBef>
                <a:spcPts val="0"/>
              </a:spcBef>
              <a:buSzTx/>
              <a:buNone/>
              <a:defRPr sz="2400">
                <a:solidFill>
                  <a:srgbClr val="515151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lvl2pPr>
            <a:lvl3pPr marL="0" indent="0">
              <a:spcBef>
                <a:spcPts val="0"/>
              </a:spcBef>
              <a:buSzTx/>
              <a:buNone/>
              <a:defRPr sz="2400">
                <a:solidFill>
                  <a:srgbClr val="515151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lvl3pPr>
            <a:lvl4pPr marL="0" indent="0">
              <a:spcBef>
                <a:spcPts val="0"/>
              </a:spcBef>
              <a:buSzTx/>
              <a:buNone/>
              <a:defRPr sz="2400">
                <a:solidFill>
                  <a:srgbClr val="515151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lvl4pPr>
            <a:lvl5pPr marL="0" indent="0">
              <a:spcBef>
                <a:spcPts val="0"/>
              </a:spcBef>
              <a:buSzTx/>
              <a:buNone/>
              <a:defRPr sz="2400">
                <a:solidFill>
                  <a:srgbClr val="515151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 (2 шт.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Изображение"/>
          <p:cNvSpPr>
            <a:spLocks noGrp="1"/>
          </p:cNvSpPr>
          <p:nvPr>
            <p:ph type="pic" idx="13"/>
          </p:nvPr>
        </p:nvSpPr>
        <p:spPr>
          <a:xfrm>
            <a:off x="-725555" y="285492"/>
            <a:ext cx="13927350" cy="9076012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2" name="Изображение"/>
          <p:cNvSpPr>
            <a:spLocks noGrp="1"/>
          </p:cNvSpPr>
          <p:nvPr>
            <p:ph type="pic" idx="14"/>
          </p:nvPr>
        </p:nvSpPr>
        <p:spPr>
          <a:xfrm>
            <a:off x="-458135" y="318533"/>
            <a:ext cx="13875774" cy="90424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 (3 шт.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Изображение"/>
          <p:cNvSpPr>
            <a:spLocks noGrp="1"/>
          </p:cNvSpPr>
          <p:nvPr>
            <p:ph type="pic" idx="13"/>
          </p:nvPr>
        </p:nvSpPr>
        <p:spPr>
          <a:xfrm>
            <a:off x="-387679" y="1342562"/>
            <a:ext cx="13785500" cy="8983573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1" name="Изображение"/>
          <p:cNvSpPr>
            <a:spLocks noGrp="1"/>
          </p:cNvSpPr>
          <p:nvPr>
            <p:ph type="pic" sz="half" idx="14"/>
          </p:nvPr>
        </p:nvSpPr>
        <p:spPr>
          <a:xfrm>
            <a:off x="6278260" y="900786"/>
            <a:ext cx="6411700" cy="41783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2" name="Изображение"/>
          <p:cNvSpPr>
            <a:spLocks noGrp="1"/>
          </p:cNvSpPr>
          <p:nvPr>
            <p:ph type="pic" idx="15"/>
          </p:nvPr>
        </p:nvSpPr>
        <p:spPr>
          <a:xfrm>
            <a:off x="-33388" y="1041395"/>
            <a:ext cx="12027434" cy="7837895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Цитата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— Иван Арсентьев"/>
          <p:cNvSpPr txBox="1"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5588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— Иван Арсентьев</a:t>
            </a:r>
          </a:p>
        </p:txBody>
      </p:sp>
      <p:sp>
        <p:nvSpPr>
          <p:cNvPr id="121" name="«Место ввода цитаты»."/>
          <p:cNvSpPr txBox="1">
            <a:spLocks noGrp="1"/>
          </p:cNvSpPr>
          <p:nvPr>
            <p:ph type="body" sz="quarter" idx="14"/>
          </p:nvPr>
        </p:nvSpPr>
        <p:spPr>
          <a:xfrm>
            <a:off x="1270000" y="3911600"/>
            <a:ext cx="10464800" cy="7112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200"/>
            </a:lvl1pPr>
          </a:lstStyle>
          <a:p>
            <a:r>
              <a:t>«Место ввода цитаты».</a:t>
            </a:r>
          </a:p>
        </p:txBody>
      </p:sp>
      <p:sp>
        <p:nvSpPr>
          <p:cNvPr id="12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Изображение"/>
          <p:cNvSpPr>
            <a:spLocks noGrp="1"/>
          </p:cNvSpPr>
          <p:nvPr>
            <p:ph type="pic" idx="13"/>
          </p:nvPr>
        </p:nvSpPr>
        <p:spPr>
          <a:xfrm>
            <a:off x="-609600" y="-12700"/>
            <a:ext cx="15084057" cy="98298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3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3001413" cy="975106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226559" y="2793624"/>
            <a:ext cx="7677575" cy="3443861"/>
          </a:xfrm>
          <a:prstGeom prst="rect">
            <a:avLst/>
          </a:prstGeom>
        </p:spPr>
        <p:txBody>
          <a:bodyPr anchor="b"/>
          <a:lstStyle>
            <a:lvl1pPr algn="r">
              <a:defRPr sz="5120"/>
            </a:lvl1pPr>
          </a:lstStyle>
          <a:p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4226559" y="6237484"/>
            <a:ext cx="7677575" cy="1998888"/>
          </a:xfrm>
          <a:prstGeom prst="rect">
            <a:avLst/>
          </a:prstGeom>
        </p:spPr>
        <p:txBody>
          <a:bodyPr anchor="t"/>
          <a:lstStyle>
            <a:lvl1pPr marL="0" indent="0" algn="r">
              <a:buClrTx/>
              <a:buSzTx/>
              <a:buFontTx/>
              <a:buNone/>
              <a:defRPr cap="all"/>
            </a:lvl1pPr>
            <a:lvl2pPr marL="0" indent="487695" algn="r">
              <a:buClrTx/>
              <a:buSzTx/>
              <a:buFontTx/>
              <a:buNone/>
              <a:defRPr cap="all"/>
            </a:lvl2pPr>
            <a:lvl3pPr marL="0" indent="975390" algn="r">
              <a:buClrTx/>
              <a:buSzTx/>
              <a:buFontTx/>
              <a:buNone/>
              <a:defRPr cap="all"/>
            </a:lvl3pPr>
            <a:lvl4pPr marL="0" indent="1463086" algn="r">
              <a:buClrTx/>
              <a:buSzTx/>
              <a:buFontTx/>
              <a:buNone/>
              <a:defRPr cap="all"/>
            </a:lvl4pPr>
            <a:lvl5pPr marL="0" indent="1950781" algn="r">
              <a:buClrTx/>
              <a:buSzTx/>
              <a:buFontTx/>
              <a:buNone/>
              <a:defRPr cap="all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646693" y="8489666"/>
            <a:ext cx="257441" cy="25654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923094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51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038582" y="3154868"/>
            <a:ext cx="5022992" cy="819574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FontTx/>
              <a:buNone/>
              <a:defRPr sz="2987"/>
            </a:lvl1pPr>
            <a:lvl2pPr marL="0" indent="487695">
              <a:buClrTx/>
              <a:buSzTx/>
              <a:buFontTx/>
              <a:buNone/>
              <a:defRPr sz="2987"/>
            </a:lvl2pPr>
            <a:lvl3pPr marL="0" indent="975390">
              <a:buClrTx/>
              <a:buSzTx/>
              <a:buFontTx/>
              <a:buNone/>
              <a:defRPr sz="2987"/>
            </a:lvl3pPr>
            <a:lvl4pPr marL="0" indent="1463086">
              <a:buClrTx/>
              <a:buSzTx/>
              <a:buFontTx/>
              <a:buNone/>
              <a:defRPr sz="2987"/>
            </a:lvl4pPr>
            <a:lvl5pPr marL="0" indent="1950781">
              <a:buClrTx/>
              <a:buSzTx/>
              <a:buFontTx/>
              <a:buNone/>
              <a:defRPr sz="2987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2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502403" y="3166911"/>
            <a:ext cx="5037668" cy="819574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FontTx/>
              <a:buNone/>
              <a:defRPr sz="2800"/>
            </a:lvl1pPr>
          </a:lstStyle>
          <a:p>
            <a:pPr marL="0" indent="0">
              <a:buClrTx/>
              <a:buSzTx/>
              <a:buFontTx/>
              <a:buNone/>
              <a:defRPr sz="2800"/>
            </a:pPr>
            <a:endParaRPr/>
          </a:p>
        </p:txBody>
      </p:sp>
      <p:sp>
        <p:nvSpPr>
          <p:cNvPr id="53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280936" y="8489665"/>
            <a:ext cx="257441" cy="25654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276426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31520" y="2950163"/>
            <a:ext cx="3926278" cy="1950721"/>
          </a:xfrm>
          <a:prstGeom prst="rect">
            <a:avLst/>
          </a:prstGeom>
        </p:spPr>
        <p:txBody>
          <a:bodyPr anchor="b"/>
          <a:lstStyle>
            <a:lvl1pPr>
              <a:defRPr sz="2560"/>
            </a:lvl1pPr>
          </a:lstStyle>
          <a:p>
            <a:r>
              <a:t>Текст заголовка</a:t>
            </a:r>
          </a:p>
        </p:txBody>
      </p:sp>
      <p:sp>
        <p:nvSpPr>
          <p:cNvPr id="76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4958082" y="866989"/>
            <a:ext cx="6580295" cy="7369388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731520" y="4900883"/>
            <a:ext cx="3926279" cy="2600961"/>
          </a:xfrm>
          <a:prstGeom prst="rect">
            <a:avLst/>
          </a:prstGeom>
        </p:spPr>
        <p:txBody>
          <a:bodyPr anchor="t"/>
          <a:lstStyle>
            <a:lvl1pPr marL="0" indent="0">
              <a:buClrTx/>
              <a:buSzTx/>
              <a:buFontTx/>
              <a:buNone/>
              <a:defRPr sz="1600"/>
            </a:lvl1pPr>
          </a:lstStyle>
          <a:p>
            <a:pPr marL="0" indent="0">
              <a:buClrTx/>
              <a:buSzTx/>
              <a:buFontTx/>
              <a:buNone/>
              <a:defRPr sz="1600"/>
            </a:pPr>
            <a:endParaRPr/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280936" y="8489665"/>
            <a:ext cx="257441" cy="25654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083473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31520" y="2275840"/>
            <a:ext cx="6575631" cy="1950720"/>
          </a:xfrm>
          <a:prstGeom prst="rect">
            <a:avLst/>
          </a:prstGeom>
        </p:spPr>
        <p:txBody>
          <a:bodyPr anchor="b"/>
          <a:lstStyle>
            <a:lvl1pPr>
              <a:defRPr sz="2987"/>
            </a:lvl1pPr>
          </a:lstStyle>
          <a:p>
            <a:r>
              <a:t>Текст заголовка</a:t>
            </a:r>
          </a:p>
        </p:txBody>
      </p:sp>
      <p:sp>
        <p:nvSpPr>
          <p:cNvPr id="8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038670" y="1300480"/>
            <a:ext cx="3499707" cy="6502400"/>
          </a:xfrm>
          <a:prstGeom prst="rect">
            <a:avLst/>
          </a:prstGeom>
          <a:ln w="50800" cap="sq">
            <a:solidFill>
              <a:srgbClr val="FFFFFF">
                <a:alpha val="50000"/>
              </a:srgbClr>
            </a:solidFill>
            <a:miter lim="800000"/>
          </a:ln>
          <a:effectLst>
            <a:outerShdw blurRad="254000" rotWithShape="0">
              <a:srgbClr val="000000">
                <a:alpha val="43000"/>
              </a:srgbClr>
            </a:outerShdw>
          </a:effectLst>
        </p:spPr>
        <p:txBody>
          <a:bodyPr lIns="91439" rIns="91439" anchor="t">
            <a:noAutofit/>
          </a:bodyPr>
          <a:lstStyle/>
          <a:p>
            <a:endParaRPr/>
          </a:p>
        </p:txBody>
      </p:sp>
      <p:sp>
        <p:nvSpPr>
          <p:cNvPr id="8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731520" y="4226560"/>
            <a:ext cx="6575631" cy="2600960"/>
          </a:xfrm>
          <a:prstGeom prst="rect">
            <a:avLst/>
          </a:prstGeom>
        </p:spPr>
        <p:txBody>
          <a:bodyPr anchor="t"/>
          <a:lstStyle>
            <a:lvl1pPr marL="0" indent="0">
              <a:buClrTx/>
              <a:buSzTx/>
              <a:buFontTx/>
              <a:buNone/>
            </a:lvl1pPr>
            <a:lvl2pPr marL="0" indent="487695">
              <a:buClrTx/>
              <a:buSzTx/>
              <a:buFontTx/>
              <a:buNone/>
            </a:lvl2pPr>
            <a:lvl3pPr marL="0" indent="975390">
              <a:buClrTx/>
              <a:buSzTx/>
              <a:buFontTx/>
              <a:buNone/>
            </a:lvl3pPr>
            <a:lvl4pPr marL="0" indent="1463086">
              <a:buClrTx/>
              <a:buSzTx/>
              <a:buFontTx/>
              <a:buNone/>
            </a:lvl4pPr>
            <a:lvl5pPr marL="0" indent="1950781">
              <a:buClrTx/>
              <a:buSzTx/>
              <a:buFontTx/>
              <a:buNone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8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280936" y="8489665"/>
            <a:ext cx="257441" cy="25654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38616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31520" y="6731185"/>
            <a:ext cx="10806857" cy="806029"/>
          </a:xfrm>
          <a:prstGeom prst="rect">
            <a:avLst/>
          </a:prstGeom>
        </p:spPr>
        <p:txBody>
          <a:bodyPr anchor="b"/>
          <a:lstStyle>
            <a:lvl1pPr>
              <a:defRPr sz="2560"/>
            </a:lvl1pPr>
          </a:lstStyle>
          <a:p>
            <a:r>
              <a:t>Текст заголовка</a:t>
            </a:r>
          </a:p>
        </p:txBody>
      </p:sp>
      <p:sp>
        <p:nvSpPr>
          <p:cNvPr id="96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463039" y="1325670"/>
            <a:ext cx="9343818" cy="4501299"/>
          </a:xfrm>
          <a:prstGeom prst="rect">
            <a:avLst/>
          </a:prstGeom>
          <a:ln w="50800" cap="sq">
            <a:solidFill>
              <a:srgbClr val="FFFFFF">
                <a:alpha val="50000"/>
              </a:srgbClr>
            </a:solidFill>
            <a:miter lim="800000"/>
          </a:ln>
          <a:effectLst>
            <a:outerShdw blurRad="254000" rotWithShape="0">
              <a:srgbClr val="000000">
                <a:alpha val="43000"/>
              </a:srgbClr>
            </a:outerShdw>
          </a:effectLst>
        </p:spPr>
        <p:txBody>
          <a:bodyPr lIns="91439" rIns="91439" anchor="t">
            <a:noAutofit/>
          </a:bodyPr>
          <a:lstStyle/>
          <a:p>
            <a:endParaRPr/>
          </a:p>
        </p:txBody>
      </p:sp>
      <p:sp>
        <p:nvSpPr>
          <p:cNvPr id="9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731520" y="7537212"/>
            <a:ext cx="10806857" cy="702170"/>
          </a:xfrm>
          <a:prstGeom prst="rect">
            <a:avLst/>
          </a:prstGeom>
        </p:spPr>
        <p:txBody>
          <a:bodyPr anchor="t"/>
          <a:lstStyle>
            <a:lvl1pPr marL="0" indent="0">
              <a:buClrTx/>
              <a:buSzTx/>
              <a:buFontTx/>
              <a:buNone/>
              <a:defRPr sz="1493"/>
            </a:lvl1pPr>
            <a:lvl2pPr marL="0" indent="487695">
              <a:buClrTx/>
              <a:buSzTx/>
              <a:buFontTx/>
              <a:buNone/>
              <a:defRPr sz="1493"/>
            </a:lvl2pPr>
            <a:lvl3pPr marL="0" indent="975390">
              <a:buClrTx/>
              <a:buSzTx/>
              <a:buFontTx/>
              <a:buNone/>
              <a:defRPr sz="1493"/>
            </a:lvl3pPr>
            <a:lvl4pPr marL="0" indent="1463086">
              <a:buClrTx/>
              <a:buSzTx/>
              <a:buFontTx/>
              <a:buNone/>
              <a:defRPr sz="1493"/>
            </a:lvl4pPr>
            <a:lvl5pPr marL="0" indent="1950781">
              <a:buClrTx/>
              <a:buSzTx/>
              <a:buFontTx/>
              <a:buNone/>
              <a:defRPr sz="1493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8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280936" y="8489665"/>
            <a:ext cx="257441" cy="25654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6597006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31521" y="866988"/>
            <a:ext cx="10806857" cy="4443307"/>
          </a:xfrm>
          <a:prstGeom prst="rect">
            <a:avLst/>
          </a:prstGeom>
        </p:spPr>
        <p:txBody>
          <a:bodyPr/>
          <a:lstStyle>
            <a:lvl1pPr>
              <a:defRPr sz="3413" cap="none"/>
            </a:lvl1pPr>
          </a:lstStyle>
          <a:p>
            <a:r>
              <a:t>Текст заголовка</a:t>
            </a:r>
          </a:p>
        </p:txBody>
      </p:sp>
      <p:sp>
        <p:nvSpPr>
          <p:cNvPr id="106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731520" y="6177280"/>
            <a:ext cx="10806858" cy="2059093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sz="2133"/>
            </a:lvl1pPr>
            <a:lvl2pPr marL="0" indent="487695">
              <a:buClrTx/>
              <a:buSzTx/>
              <a:buFontTx/>
              <a:buNone/>
              <a:defRPr sz="2133"/>
            </a:lvl2pPr>
            <a:lvl3pPr marL="0" indent="975390">
              <a:buClrTx/>
              <a:buSzTx/>
              <a:buFontTx/>
              <a:buNone/>
              <a:defRPr sz="2133"/>
            </a:lvl3pPr>
            <a:lvl4pPr marL="0" indent="1463086">
              <a:buClrTx/>
              <a:buSzTx/>
              <a:buFontTx/>
              <a:buNone/>
              <a:defRPr sz="2133"/>
            </a:lvl4pPr>
            <a:lvl5pPr marL="0" indent="1950781">
              <a:buClrTx/>
              <a:buSzTx/>
              <a:buFontTx/>
              <a:buNone/>
              <a:defRPr sz="2133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0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280936" y="8489665"/>
            <a:ext cx="257441" cy="25654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2625955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4"/>
          <p:cNvSpPr txBox="1"/>
          <p:nvPr/>
        </p:nvSpPr>
        <p:spPr>
          <a:xfrm>
            <a:off x="10969160" y="3614461"/>
            <a:ext cx="552705" cy="140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rIns="48767" anchor="ctr">
            <a:spAutoFit/>
          </a:bodyPr>
          <a:lstStyle>
            <a:lvl1pPr algn="r">
              <a:defRPr sz="8000" cap="all">
                <a:solidFill>
                  <a:srgbClr val="FFFFFF"/>
                </a:solidFill>
              </a:defRPr>
            </a:lvl1pPr>
          </a:lstStyle>
          <a:p>
            <a:pPr defTabSz="975390"/>
            <a:r>
              <a:rPr sz="8534">
                <a:latin typeface="Calibri"/>
                <a:sym typeface="Calibri"/>
              </a:rPr>
              <a:t>”</a:t>
            </a:r>
          </a:p>
        </p:txBody>
      </p:sp>
      <p:sp>
        <p:nvSpPr>
          <p:cNvPr id="115" name="TextBox 10"/>
          <p:cNvSpPr txBox="1"/>
          <p:nvPr/>
        </p:nvSpPr>
        <p:spPr>
          <a:xfrm>
            <a:off x="569594" y="883989"/>
            <a:ext cx="552705" cy="140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rIns="48767" anchor="ctr">
            <a:spAutoFit/>
          </a:bodyPr>
          <a:lstStyle>
            <a:lvl1pPr algn="r">
              <a:defRPr sz="8000" cap="all">
                <a:solidFill>
                  <a:srgbClr val="FFFFFF"/>
                </a:solidFill>
              </a:defRPr>
            </a:lvl1pPr>
          </a:lstStyle>
          <a:p>
            <a:pPr defTabSz="975390"/>
            <a:r>
              <a:rPr sz="8534">
                <a:latin typeface="Calibri"/>
                <a:sym typeface="Calibri"/>
              </a:rPr>
              <a:t>“</a:t>
            </a:r>
          </a:p>
        </p:txBody>
      </p:sp>
      <p:sp>
        <p:nvSpPr>
          <p:cNvPr id="116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058418" y="866988"/>
            <a:ext cx="10187094" cy="3901440"/>
          </a:xfrm>
          <a:prstGeom prst="rect">
            <a:avLst/>
          </a:prstGeom>
        </p:spPr>
        <p:txBody>
          <a:bodyPr/>
          <a:lstStyle>
            <a:lvl1pPr>
              <a:defRPr sz="3413" cap="none"/>
            </a:lvl1pPr>
          </a:lstStyle>
          <a:p>
            <a:r>
              <a:t>Текст заголовка</a:t>
            </a:r>
          </a:p>
        </p:txBody>
      </p:sp>
      <p:sp>
        <p:nvSpPr>
          <p:cNvPr id="11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171067" y="4768427"/>
            <a:ext cx="9961797" cy="541867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</a:lvl1pPr>
            <a:lvl2pPr marL="0" indent="487695">
              <a:buClrTx/>
              <a:buSzTx/>
              <a:buFontTx/>
              <a:buNone/>
            </a:lvl2pPr>
            <a:lvl3pPr marL="0" indent="975390">
              <a:buClrTx/>
              <a:buSzTx/>
              <a:buFontTx/>
              <a:buNone/>
            </a:lvl3pPr>
            <a:lvl4pPr marL="0" indent="1463086">
              <a:buClrTx/>
              <a:buSzTx/>
              <a:buFontTx/>
              <a:buNone/>
            </a:lvl4pPr>
            <a:lvl5pPr marL="0" indent="1950781">
              <a:buClrTx/>
              <a:buSzTx/>
              <a:buFontTx/>
              <a:buNone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1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33295" y="6177280"/>
            <a:ext cx="10829194" cy="2059093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sz="2000"/>
            </a:lvl1pPr>
          </a:lstStyle>
          <a:p>
            <a:pPr marL="0" indent="0">
              <a:buClrTx/>
              <a:buSzTx/>
              <a:buFontTx/>
              <a:buNone/>
              <a:defRPr sz="2000"/>
            </a:pPr>
            <a:endParaRPr/>
          </a:p>
        </p:txBody>
      </p:sp>
      <p:sp>
        <p:nvSpPr>
          <p:cNvPr id="119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280936" y="8489665"/>
            <a:ext cx="257441" cy="25654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3807051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31521" y="4705537"/>
            <a:ext cx="10806854" cy="2088961"/>
          </a:xfrm>
          <a:prstGeom prst="rect">
            <a:avLst/>
          </a:prstGeom>
        </p:spPr>
        <p:txBody>
          <a:bodyPr anchor="b"/>
          <a:lstStyle>
            <a:lvl1pPr>
              <a:defRPr sz="3413" cap="none"/>
            </a:lvl1pPr>
          </a:lstStyle>
          <a:p>
            <a:r>
              <a:t>Текст заголовка</a:t>
            </a:r>
          </a:p>
        </p:txBody>
      </p:sp>
      <p:sp>
        <p:nvSpPr>
          <p:cNvPr id="12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731521" y="6794497"/>
            <a:ext cx="10806854" cy="1223681"/>
          </a:xfrm>
          <a:prstGeom prst="rect">
            <a:avLst/>
          </a:prstGeom>
        </p:spPr>
        <p:txBody>
          <a:bodyPr anchor="t"/>
          <a:lstStyle>
            <a:lvl1pPr marL="0" indent="0">
              <a:buClrTx/>
              <a:buSzTx/>
              <a:buFontTx/>
              <a:buNone/>
              <a:defRPr sz="2133"/>
            </a:lvl1pPr>
            <a:lvl2pPr marL="0" indent="487695">
              <a:buClrTx/>
              <a:buSzTx/>
              <a:buFontTx/>
              <a:buNone/>
              <a:defRPr sz="2133"/>
            </a:lvl2pPr>
            <a:lvl3pPr marL="0" indent="975390">
              <a:buClrTx/>
              <a:buSzTx/>
              <a:buFontTx/>
              <a:buNone/>
              <a:defRPr sz="2133"/>
            </a:lvl3pPr>
            <a:lvl4pPr marL="0" indent="1463086">
              <a:buClrTx/>
              <a:buSzTx/>
              <a:buFontTx/>
              <a:buNone/>
              <a:defRPr sz="2133"/>
            </a:lvl4pPr>
            <a:lvl5pPr marL="0" indent="1950781">
              <a:buClrTx/>
              <a:buSzTx/>
              <a:buFontTx/>
              <a:buNone/>
              <a:defRPr sz="2133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28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280936" y="8489665"/>
            <a:ext cx="257441" cy="25654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13918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2"/>
          <p:cNvSpPr txBox="1"/>
          <p:nvPr/>
        </p:nvSpPr>
        <p:spPr>
          <a:xfrm>
            <a:off x="10969160" y="3614461"/>
            <a:ext cx="552705" cy="140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rIns="48767" anchor="ctr">
            <a:spAutoFit/>
          </a:bodyPr>
          <a:lstStyle>
            <a:lvl1pPr algn="r">
              <a:defRPr sz="8000" cap="all">
                <a:solidFill>
                  <a:srgbClr val="FFFFFF"/>
                </a:solidFill>
              </a:defRPr>
            </a:lvl1pPr>
          </a:lstStyle>
          <a:p>
            <a:pPr defTabSz="975390"/>
            <a:r>
              <a:rPr sz="8534">
                <a:latin typeface="Calibri"/>
                <a:sym typeface="Calibri"/>
              </a:rPr>
              <a:t>”</a:t>
            </a:r>
          </a:p>
        </p:txBody>
      </p:sp>
      <p:sp>
        <p:nvSpPr>
          <p:cNvPr id="136" name="TextBox 13"/>
          <p:cNvSpPr txBox="1"/>
          <p:nvPr/>
        </p:nvSpPr>
        <p:spPr>
          <a:xfrm>
            <a:off x="569594" y="883989"/>
            <a:ext cx="552705" cy="140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rIns="48767" anchor="ctr">
            <a:spAutoFit/>
          </a:bodyPr>
          <a:lstStyle>
            <a:lvl1pPr algn="r">
              <a:defRPr sz="8000" cap="all">
                <a:solidFill>
                  <a:srgbClr val="FFFFFF"/>
                </a:solidFill>
              </a:defRPr>
            </a:lvl1pPr>
          </a:lstStyle>
          <a:p>
            <a:pPr defTabSz="975390"/>
            <a:r>
              <a:rPr sz="8534">
                <a:latin typeface="Calibri"/>
                <a:sym typeface="Calibri"/>
              </a:rPr>
              <a:t>“</a:t>
            </a:r>
          </a:p>
        </p:txBody>
      </p:sp>
      <p:sp>
        <p:nvSpPr>
          <p:cNvPr id="13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058418" y="866988"/>
            <a:ext cx="10187094" cy="3901440"/>
          </a:xfrm>
          <a:prstGeom prst="rect">
            <a:avLst/>
          </a:prstGeom>
        </p:spPr>
        <p:txBody>
          <a:bodyPr/>
          <a:lstStyle>
            <a:lvl1pPr>
              <a:defRPr sz="3413" cap="none"/>
            </a:lvl1pPr>
          </a:lstStyle>
          <a:p>
            <a:r>
              <a:t>Текст заголовка</a:t>
            </a:r>
          </a:p>
        </p:txBody>
      </p:sp>
      <p:sp>
        <p:nvSpPr>
          <p:cNvPr id="13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731520" y="5527040"/>
            <a:ext cx="10811133" cy="1264356"/>
          </a:xfrm>
          <a:prstGeom prst="rect">
            <a:avLst/>
          </a:prstGeom>
        </p:spPr>
        <p:txBody>
          <a:bodyPr anchor="b"/>
          <a:lstStyle>
            <a:lvl1pPr indent="-609619">
              <a:buClrTx/>
              <a:buSzTx/>
              <a:buFontTx/>
              <a:buNone/>
              <a:defRPr sz="2560"/>
            </a:lvl1pPr>
            <a:lvl2pPr marL="944910" indent="-457214">
              <a:buClrTx/>
              <a:buFontTx/>
              <a:defRPr sz="2560"/>
            </a:lvl2pPr>
            <a:lvl3pPr marL="1497921" indent="-522530">
              <a:buClrTx/>
              <a:buFontTx/>
              <a:defRPr sz="2560"/>
            </a:lvl3pPr>
            <a:lvl4pPr marL="1828857" indent="-365771">
              <a:buClrTx/>
              <a:buFontTx/>
              <a:defRPr sz="2560"/>
            </a:lvl4pPr>
            <a:lvl5pPr marL="2316552" indent="-365771">
              <a:buClrTx/>
              <a:buFontTx/>
              <a:defRPr sz="256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31518" y="6791395"/>
            <a:ext cx="10811134" cy="1444978"/>
          </a:xfrm>
          <a:prstGeom prst="rect">
            <a:avLst/>
          </a:prstGeom>
        </p:spPr>
        <p:txBody>
          <a:bodyPr anchor="t"/>
          <a:lstStyle>
            <a:lvl1pPr marL="0" indent="0">
              <a:buClrTx/>
              <a:buSzTx/>
              <a:buFontTx/>
              <a:buNone/>
              <a:defRPr/>
            </a:lvl1pPr>
          </a:lstStyle>
          <a:p>
            <a:pPr marL="0" indent="0">
              <a:buClrTx/>
              <a:buSzTx/>
              <a:buFontTx/>
              <a:buNone/>
            </a:pPr>
            <a:endParaRPr/>
          </a:p>
        </p:txBody>
      </p:sp>
      <p:sp>
        <p:nvSpPr>
          <p:cNvPr id="140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280936" y="8489665"/>
            <a:ext cx="257441" cy="25654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1511312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31521" y="866988"/>
            <a:ext cx="10806857" cy="3901440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14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731521" y="4985173"/>
            <a:ext cx="10806858" cy="1192107"/>
          </a:xfrm>
          <a:prstGeom prst="rect">
            <a:avLst/>
          </a:prstGeom>
        </p:spPr>
        <p:txBody>
          <a:bodyPr anchor="b"/>
          <a:lstStyle>
            <a:lvl1pPr indent="-609619">
              <a:buClrTx/>
              <a:buSzTx/>
              <a:buFontTx/>
              <a:buNone/>
              <a:defRPr sz="2987"/>
            </a:lvl1pPr>
            <a:lvl2pPr marL="1021111" indent="-533416">
              <a:buClrTx/>
              <a:buFontTx/>
              <a:defRPr sz="2987"/>
            </a:lvl2pPr>
            <a:lvl3pPr marL="1585010" indent="-609619">
              <a:buClrTx/>
              <a:buFontTx/>
              <a:defRPr sz="2987"/>
            </a:lvl3pPr>
            <a:lvl4pPr marL="1889819" indent="-426733">
              <a:buClrTx/>
              <a:buFontTx/>
              <a:defRPr sz="2987"/>
            </a:lvl4pPr>
            <a:lvl5pPr marL="2377514" indent="-426733">
              <a:buClrTx/>
              <a:buFontTx/>
              <a:defRPr sz="2987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4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31519" y="6177280"/>
            <a:ext cx="10806859" cy="2059093"/>
          </a:xfrm>
          <a:prstGeom prst="rect">
            <a:avLst/>
          </a:prstGeom>
        </p:spPr>
        <p:txBody>
          <a:bodyPr anchor="t"/>
          <a:lstStyle>
            <a:lvl1pPr marL="0" indent="0">
              <a:buClrTx/>
              <a:buSzTx/>
              <a:buFontTx/>
              <a:buNone/>
              <a:defRPr/>
            </a:lvl1pPr>
          </a:lstStyle>
          <a:p>
            <a:pPr marL="0" indent="0">
              <a:buClrTx/>
              <a:buSzTx/>
              <a:buFontTx/>
              <a:buNone/>
            </a:pPr>
            <a:endParaRPr/>
          </a:p>
        </p:txBody>
      </p:sp>
      <p:sp>
        <p:nvSpPr>
          <p:cNvPr id="150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280936" y="8489665"/>
            <a:ext cx="257441" cy="25654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9045510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94080" y="9040143"/>
            <a:ext cx="2926080" cy="51928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defTabSz="975390">
              <a:defRPr/>
            </a:pPr>
            <a:fld id="{7B398603-8573-46AC-AE7A-365FE65B63FC}" type="datetimeFigureOut">
              <a:rPr lang="ru-RU" sz="1920" smtClean="0">
                <a:solidFill>
                  <a:srgbClr val="000000"/>
                </a:solidFill>
                <a:latin typeface="Calibri"/>
                <a:sym typeface="Calibri"/>
              </a:rPr>
              <a:pPr algn="l" defTabSz="975390">
                <a:defRPr/>
              </a:pPr>
              <a:t>15.05.2026</a:t>
            </a:fld>
            <a:endParaRPr lang="ru-RU" sz="1920">
              <a:solidFill>
                <a:srgbClr val="000000"/>
              </a:solidFill>
              <a:latin typeface="Calibri"/>
              <a:sym typeface="Calibri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defTabSz="975390">
              <a:defRPr/>
            </a:pPr>
            <a:endParaRPr lang="ru-RU" sz="1920">
              <a:solidFill>
                <a:srgbClr val="000000"/>
              </a:solidFill>
              <a:latin typeface="Calibri"/>
              <a:sym typeface="Calibri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1280936" y="8489665"/>
            <a:ext cx="257441" cy="256545"/>
          </a:xfrm>
        </p:spPr>
        <p:txBody>
          <a:bodyPr/>
          <a:lstStyle>
            <a:lvl1pPr>
              <a:defRPr/>
            </a:lvl1pPr>
          </a:lstStyle>
          <a:p>
            <a:fld id="{959A3105-1224-4B35-A6D8-16AFD9E60CB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67523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324599" y="9118599"/>
            <a:ext cx="342901" cy="355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solidFill>
                  <a:srgbClr val="434343"/>
                </a:solidFill>
                <a:effectLst>
                  <a:outerShdw blurRad="25400" dist="23648" dir="16200000" rotWithShape="0">
                    <a:srgbClr val="000000">
                      <a:alpha val="20689"/>
                    </a:srgbClr>
                  </a:outerShdw>
                </a:effectLst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9pPr>
    </p:titleStyle>
    <p:bodyStyle>
      <a:lvl1pPr marL="403411" marR="0" indent="-403411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1pPr>
      <a:lvl2pPr marL="746311" marR="0" indent="-403411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2pPr>
      <a:lvl3pPr marL="1089211" marR="0" indent="-403411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3pPr>
      <a:lvl4pPr marL="1432111" marR="0" indent="-403411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4pPr>
      <a:lvl5pPr marL="1775011" marR="0" indent="-403411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5pPr>
      <a:lvl6pPr marL="2117911" marR="0" indent="-403411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6pPr>
      <a:lvl7pPr marL="2460811" marR="0" indent="-403411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7pPr>
      <a:lvl8pPr marL="2803711" marR="0" indent="-403411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8pPr>
      <a:lvl9pPr marL="3146611" marR="0" indent="-403411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Picture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" y="1"/>
            <a:ext cx="13001413" cy="975106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31521" y="866987"/>
            <a:ext cx="10806854" cy="2071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650240" y="2275841"/>
            <a:ext cx="11704320" cy="6436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284142" y="8489665"/>
            <a:ext cx="254235" cy="25654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067">
                <a:solidFill>
                  <a:srgbClr val="FFFFFF"/>
                </a:solidFill>
              </a:defRPr>
            </a:lvl1pPr>
          </a:lstStyle>
          <a:p>
            <a:pPr defTabSz="975390"/>
            <a:fld id="{86CB4B4D-7CA3-9044-876B-883B54F8677D}" type="slidenum">
              <a:rPr lang="ru-RU" smtClean="0">
                <a:latin typeface="Calibri"/>
                <a:sym typeface="Calibri"/>
              </a:rPr>
              <a:pPr defTabSz="975390"/>
              <a:t>‹#›</a:t>
            </a:fld>
            <a:endParaRPr lang="ru-RU">
              <a:latin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8019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ransition spd="med"/>
  <p:txStyles>
    <p:titleStyle>
      <a:lvl1pPr marL="0" marR="0" indent="0" algn="l" defTabSz="48769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40" b="0" i="0" u="none" strike="noStrike" cap="all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48769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40" b="0" i="0" u="none" strike="noStrike" cap="all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48769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40" b="0" i="0" u="none" strike="noStrike" cap="all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48769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40" b="0" i="0" u="none" strike="noStrike" cap="all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48769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40" b="0" i="0" u="none" strike="noStrike" cap="all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48769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40" b="0" i="0" u="none" strike="noStrike" cap="all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48769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40" b="0" i="0" u="none" strike="noStrike" cap="all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48769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40" b="0" i="0" u="none" strike="noStrike" cap="all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48769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40" b="0" i="0" u="none" strike="noStrike" cap="all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04810" marR="0" indent="-304810" algn="l" defTabSz="487695" rtl="0" latinLnBrk="0">
        <a:lnSpc>
          <a:spcPct val="100000"/>
        </a:lnSpc>
        <a:spcBef>
          <a:spcPts val="1067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sz="192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830605" marR="0" indent="-342910" algn="l" defTabSz="487695" rtl="0" latinLnBrk="0">
        <a:lnSpc>
          <a:spcPct val="100000"/>
        </a:lnSpc>
        <a:spcBef>
          <a:spcPts val="1067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sz="192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1367288" marR="0" indent="-391897" algn="l" defTabSz="487695" rtl="0" latinLnBrk="0">
        <a:lnSpc>
          <a:spcPct val="100000"/>
        </a:lnSpc>
        <a:spcBef>
          <a:spcPts val="1067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sz="192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1737414" marR="0" indent="-274329" algn="l" defTabSz="487695" rtl="0" latinLnBrk="0">
        <a:lnSpc>
          <a:spcPct val="100000"/>
        </a:lnSpc>
        <a:spcBef>
          <a:spcPts val="1067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sz="192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2225110" marR="0" indent="-274329" algn="l" defTabSz="487695" rtl="0" latinLnBrk="0">
        <a:lnSpc>
          <a:spcPct val="100000"/>
        </a:lnSpc>
        <a:spcBef>
          <a:spcPts val="1067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sz="192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2804248" marR="0" indent="-365771" algn="l" defTabSz="487695" rtl="0" latinLnBrk="0">
        <a:lnSpc>
          <a:spcPct val="100000"/>
        </a:lnSpc>
        <a:spcBef>
          <a:spcPts val="1067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sz="192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3291943" marR="0" indent="-365771" algn="l" defTabSz="487695" rtl="0" latinLnBrk="0">
        <a:lnSpc>
          <a:spcPct val="100000"/>
        </a:lnSpc>
        <a:spcBef>
          <a:spcPts val="1067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sz="192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3779638" marR="0" indent="-365771" algn="l" defTabSz="487695" rtl="0" latinLnBrk="0">
        <a:lnSpc>
          <a:spcPct val="100000"/>
        </a:lnSpc>
        <a:spcBef>
          <a:spcPts val="1067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sz="192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4267333" marR="0" indent="-365771" algn="l" defTabSz="487695" rtl="0" latinLnBrk="0">
        <a:lnSpc>
          <a:spcPct val="100000"/>
        </a:lnSpc>
        <a:spcBef>
          <a:spcPts val="1067"/>
        </a:spcBef>
        <a:spcAft>
          <a:spcPts val="0"/>
        </a:spcAft>
        <a:buClr>
          <a:srgbClr val="FFFFFF"/>
        </a:buClr>
        <a:buSzPct val="100000"/>
        <a:buFont typeface="Arial"/>
        <a:buChar char="•"/>
        <a:tabLst/>
        <a:defRPr sz="192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75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7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87695" algn="r" defTabSz="975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7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75390" algn="r" defTabSz="975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7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463086" algn="r" defTabSz="975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7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950781" algn="r" defTabSz="975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7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438476" algn="r" defTabSz="975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7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926171" algn="r" defTabSz="975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7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413867" algn="r" defTabSz="975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7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901562" algn="r" defTabSz="975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7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s://constructorus.ru/psixologiya/kompleks-malviny.html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Заголовок 1"/>
          <p:cNvSpPr txBox="1">
            <a:spLocks noGrp="1"/>
          </p:cNvSpPr>
          <p:nvPr>
            <p:ph type="ctrTitle"/>
          </p:nvPr>
        </p:nvSpPr>
        <p:spPr>
          <a:xfrm>
            <a:off x="1867745" y="1837508"/>
            <a:ext cx="9254639" cy="2708365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6000"/>
            </a:lvl1pPr>
          </a:lstStyle>
          <a:p>
            <a:pPr algn="ctr"/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r>
              <a:rPr lang="ru-RU" dirty="0"/>
              <a:t>Психология отношений и Психологическая коррекция сексуальной сферы</a:t>
            </a:r>
            <a:endParaRPr b="1" dirty="0"/>
          </a:p>
        </p:txBody>
      </p:sp>
      <p:sp>
        <p:nvSpPr>
          <p:cNvPr id="160" name="Подзаголовок 2"/>
          <p:cNvSpPr txBox="1">
            <a:spLocks noGrp="1"/>
          </p:cNvSpPr>
          <p:nvPr>
            <p:ph type="subTitle" sz="quarter" idx="1"/>
          </p:nvPr>
        </p:nvSpPr>
        <p:spPr>
          <a:xfrm>
            <a:off x="2656277" y="5355772"/>
            <a:ext cx="7677575" cy="256032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  <a:defRPr sz="2800"/>
            </a:pPr>
            <a:r>
              <a:rPr lang="ru-RU" sz="3200" b="1"/>
              <a:t>Типичные </a:t>
            </a:r>
            <a:r>
              <a:rPr lang="ru-RU" sz="3200" b="1" dirty="0"/>
              <a:t>ошибки партнерства в любви. Критерии выбора партнера.</a:t>
            </a:r>
          </a:p>
          <a:p>
            <a:pPr algn="ctr">
              <a:lnSpc>
                <a:spcPct val="90000"/>
              </a:lnSpc>
            </a:pPr>
            <a:endParaRPr lang="ru-RU" sz="3200" b="1" dirty="0"/>
          </a:p>
          <a:p>
            <a:pPr algn="ctr">
              <a:lnSpc>
                <a:spcPct val="90000"/>
              </a:lnSpc>
            </a:pPr>
            <a:r>
              <a:rPr sz="3200" b="1" dirty="0"/>
              <a:t>АЮ Кузин</a:t>
            </a:r>
          </a:p>
        </p:txBody>
      </p:sp>
    </p:spTree>
    <p:extLst>
      <p:ext uri="{BB962C8B-B14F-4D97-AF65-F5344CB8AC3E}">
        <p14:creationId xmlns:p14="http://schemas.microsoft.com/office/powerpoint/2010/main" val="149971183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План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ru-RU" dirty="0"/>
              <a:t>Общий план</a:t>
            </a:r>
          </a:p>
        </p:txBody>
      </p:sp>
      <p:sp>
        <p:nvSpPr>
          <p:cNvPr id="150" name="Ошибки девушек в любви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28600" indent="-228600">
              <a:buAutoNum type="arabicPeriod"/>
              <a:defRPr sz="4500">
                <a:solidFill>
                  <a:srgbClr val="000000"/>
                </a:solidFill>
              </a:defRPr>
            </a:pPr>
            <a:r>
              <a:rPr dirty="0" err="1"/>
              <a:t>Ошибки</a:t>
            </a:r>
            <a:r>
              <a:rPr lang="ru-RU" dirty="0"/>
              <a:t> партнерства</a:t>
            </a:r>
          </a:p>
          <a:p>
            <a:pPr marL="228600" indent="-228600">
              <a:buAutoNum type="arabicPeriod"/>
              <a:defRPr sz="4500">
                <a:solidFill>
                  <a:srgbClr val="000000"/>
                </a:solidFill>
              </a:defRPr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отличить</a:t>
            </a:r>
            <a:r>
              <a:rPr dirty="0"/>
              <a:t> </a:t>
            </a:r>
            <a:r>
              <a:rPr dirty="0" err="1"/>
              <a:t>одну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другой</a:t>
            </a:r>
            <a:endParaRPr dirty="0"/>
          </a:p>
          <a:p>
            <a:pPr marL="228600" indent="-228600">
              <a:buAutoNum type="arabicPeriod"/>
              <a:defRPr sz="4500">
                <a:solidFill>
                  <a:srgbClr val="000000"/>
                </a:solidFill>
              </a:defRPr>
            </a:pPr>
            <a:r>
              <a:rPr err="1"/>
              <a:t>Общий</a:t>
            </a:r>
            <a:r>
              <a:rPr dirty="0"/>
              <a:t> </a:t>
            </a:r>
            <a:r>
              <a:rPr err="1"/>
              <a:t>взгляд</a:t>
            </a:r>
            <a:r>
              <a:rPr dirty="0"/>
              <a:t> </a:t>
            </a:r>
            <a:r>
              <a:rPr err="1"/>
              <a:t>на</a:t>
            </a:r>
            <a:r>
              <a:rPr lang="ru-RU" dirty="0"/>
              <a:t> ошибки</a:t>
            </a:r>
          </a:p>
          <a:p>
            <a:pPr marL="228600" indent="-228600">
              <a:buAutoNum type="arabicPeriod"/>
              <a:defRPr sz="4500">
                <a:solidFill>
                  <a:srgbClr val="000000"/>
                </a:solidFill>
              </a:defRPr>
            </a:pPr>
            <a:r>
              <a:rPr lang="ru-RU" dirty="0"/>
              <a:t>Как исправить ошибку</a:t>
            </a:r>
            <a:r>
              <a:rPr dirty="0"/>
              <a:t>. </a:t>
            </a:r>
            <a:r>
              <a:rPr err="1"/>
              <a:t>Успешные</a:t>
            </a:r>
            <a:r>
              <a:rPr dirty="0"/>
              <a:t> </a:t>
            </a:r>
            <a:r>
              <a:rPr err="1"/>
              <a:t>стратегии</a:t>
            </a:r>
            <a:r>
              <a:rPr dirty="0"/>
              <a:t>.</a:t>
            </a:r>
          </a:p>
        </p:txBody>
      </p:sp>
      <p:sp>
        <p:nvSpPr>
          <p:cNvPr id="151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6381749" y="9118599"/>
            <a:ext cx="228601" cy="3556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Три основных ошибк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Три основных ошибки</a:t>
            </a:r>
          </a:p>
        </p:txBody>
      </p:sp>
      <p:sp>
        <p:nvSpPr>
          <p:cNvPr id="154" name="Победительница мужчин (Гермиона)…"/>
          <p:cNvSpPr txBox="1">
            <a:spLocks noGrp="1"/>
          </p:cNvSpPr>
          <p:nvPr>
            <p:ph type="body" idx="1"/>
          </p:nvPr>
        </p:nvSpPr>
        <p:spPr>
          <a:xfrm>
            <a:off x="914399" y="2717800"/>
            <a:ext cx="11702005" cy="635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8600" indent="-228600">
              <a:buAutoNum type="arabicPeriod"/>
              <a:defRPr>
                <a:solidFill>
                  <a:srgbClr val="000000"/>
                </a:solidFill>
              </a:defRPr>
            </a:pPr>
            <a:endParaRPr lang="ru-RU" sz="4400" dirty="0"/>
          </a:p>
          <a:p>
            <a:pPr marL="228600" indent="-228600">
              <a:buAutoNum type="arabicPeriod"/>
              <a:defRPr>
                <a:solidFill>
                  <a:srgbClr val="000000"/>
                </a:solidFill>
              </a:defRPr>
            </a:pPr>
            <a:r>
              <a:rPr lang="ru-RU" sz="4400" dirty="0"/>
              <a:t> </a:t>
            </a:r>
            <a:r>
              <a:rPr lang="ru-RU" sz="4400" dirty="0">
                <a:ea typeface="+mj-lt"/>
                <a:cs typeface="+mj-lt"/>
              </a:rPr>
              <a:t>Наивная </a:t>
            </a:r>
            <a:r>
              <a:rPr lang="en-US" sz="4400" dirty="0">
                <a:ea typeface="+mj-lt"/>
                <a:cs typeface="+mj-lt"/>
              </a:rPr>
              <a:t>– </a:t>
            </a:r>
            <a:r>
              <a:rPr lang="ru-RU" sz="4400" dirty="0">
                <a:ea typeface="+mj-lt"/>
                <a:cs typeface="+mj-lt"/>
              </a:rPr>
              <a:t>Настенька (позиция: партнер прекрасен!)</a:t>
            </a:r>
          </a:p>
          <a:p>
            <a:pPr marL="228600" indent="-228600">
              <a:buFontTx/>
              <a:buAutoNum type="arabicPeriod"/>
              <a:defRPr>
                <a:solidFill>
                  <a:srgbClr val="000000"/>
                </a:solidFill>
              </a:defRPr>
            </a:pPr>
            <a:r>
              <a:rPr lang="ru-RU" sz="4400" dirty="0"/>
              <a:t> Победительница - Гермиона (</a:t>
            </a:r>
            <a:r>
              <a:rPr lang="ru-RU" sz="4400" dirty="0">
                <a:ea typeface="+mj-lt"/>
                <a:cs typeface="+mj-lt"/>
              </a:rPr>
              <a:t>позиция: я</a:t>
            </a:r>
            <a:r>
              <a:rPr lang="ru-RU" sz="4400" dirty="0"/>
              <a:t> лучше!)</a:t>
            </a:r>
          </a:p>
          <a:p>
            <a:pPr marL="228600" indent="-228600">
              <a:buAutoNum type="arabicPeriod"/>
              <a:defRPr>
                <a:solidFill>
                  <a:srgbClr val="000000"/>
                </a:solidFill>
              </a:defRPr>
            </a:pPr>
            <a:r>
              <a:rPr lang="ru-RU" sz="4400" dirty="0">
                <a:ea typeface="+mj-lt"/>
                <a:cs typeface="+mj-lt"/>
              </a:rPr>
              <a:t> Конфета с крючком</a:t>
            </a:r>
            <a:r>
              <a:rPr lang="en-US" sz="4400" dirty="0">
                <a:ea typeface="+mj-lt"/>
                <a:cs typeface="+mj-lt"/>
              </a:rPr>
              <a:t> </a:t>
            </a:r>
            <a:r>
              <a:rPr lang="ru-RU" sz="4400" dirty="0">
                <a:ea typeface="+mj-lt"/>
                <a:cs typeface="+mj-lt"/>
              </a:rPr>
              <a:t>- Мальвина (позиция: будет по-моему!)</a:t>
            </a:r>
            <a:endParaRPr lang="ru-RU" dirty="0"/>
          </a:p>
          <a:p>
            <a:pPr marL="228600" indent="-228600">
              <a:buAutoNum type="arabicPeriod"/>
              <a:defRPr>
                <a:solidFill>
                  <a:srgbClr val="000000"/>
                </a:solidFill>
              </a:defRPr>
            </a:pPr>
            <a:endParaRPr lang="ru-RU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5" descr="Изображение выглядит как человек, мужчина, внешний, оранжевый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AC2B7495-80D6-4758-AD70-8488C7A902ED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 rotWithShape="1">
          <a:blip r:embed="rId2"/>
          <a:srcRect t="6690" b="6690"/>
          <a:stretch/>
        </p:blipFill>
        <p:spPr>
          <a:xfrm>
            <a:off x="1987862" y="214397"/>
            <a:ext cx="9011541" cy="6788082"/>
          </a:xfrm>
          <a:prstGeom prst="rect">
            <a:avLst/>
          </a:prstGeom>
        </p:spPr>
      </p:pic>
      <p:sp>
        <p:nvSpPr>
          <p:cNvPr id="154" name="Победительница мужчин (Гермиона)…"/>
          <p:cNvSpPr txBox="1">
            <a:spLocks noGrp="1"/>
          </p:cNvSpPr>
          <p:nvPr>
            <p:ph type="body" sz="quarter" idx="1"/>
          </p:nvPr>
        </p:nvSpPr>
        <p:spPr>
          <a:xfrm>
            <a:off x="1016000" y="7200900"/>
            <a:ext cx="10948480" cy="1781026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  <a:defRPr>
                <a:solidFill>
                  <a:srgbClr val="000000"/>
                </a:solidFill>
              </a:defRPr>
            </a:pPr>
            <a:r>
              <a:rPr lang="ru-RU" sz="4700" b="1" dirty="0">
                <a:ea typeface="+mj-lt"/>
                <a:cs typeface="+mj-lt"/>
              </a:rPr>
              <a:t>75% хитрости лисиц приходится на глупость куриц</a:t>
            </a:r>
            <a:endParaRPr lang="ru-RU" sz="4700" b="1"/>
          </a:p>
          <a:p>
            <a:pPr algn="ctr">
              <a:defRPr>
                <a:solidFill>
                  <a:srgbClr val="000000"/>
                </a:solidFill>
              </a:defRPr>
            </a:pPr>
            <a:r>
              <a:rPr lang="ru-RU" sz="4700" b="1" dirty="0"/>
              <a:t>(Наивность)</a:t>
            </a:r>
          </a:p>
          <a:p>
            <a:pPr marL="228600" indent="-228600">
              <a:buAutoNum type="arabicPeriod"/>
              <a:defRPr>
                <a:solidFill>
                  <a:srgbClr val="000000"/>
                </a:solidFill>
              </a:defRPr>
            </a:pPr>
            <a:endParaRPr lang="ru-RU" dirty="0"/>
          </a:p>
          <a:p>
            <a:pPr marL="228600" indent="-228600">
              <a:buAutoNum type="arabicPeriod"/>
              <a:defRPr>
                <a:solidFill>
                  <a:srgbClr val="000000"/>
                </a:solidFill>
              </a:defRPr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795380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Три основных ошибк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ru-RU" dirty="0"/>
              <a:t>Наивные (Настеньки)</a:t>
            </a:r>
          </a:p>
        </p:txBody>
      </p:sp>
      <p:sp>
        <p:nvSpPr>
          <p:cNvPr id="154" name="Победительница мужчин (Гермиона)…"/>
          <p:cNvSpPr txBox="1">
            <a:spLocks noGrp="1"/>
          </p:cNvSpPr>
          <p:nvPr>
            <p:ph type="body" sz="half" idx="1"/>
          </p:nvPr>
        </p:nvSpPr>
        <p:spPr>
          <a:xfrm>
            <a:off x="914400" y="2082530"/>
            <a:ext cx="6458673" cy="7347949"/>
          </a:xfrm>
          <a:prstGeom prst="rect">
            <a:avLst/>
          </a:prstGeom>
        </p:spPr>
        <p:txBody>
          <a:bodyPr lIns="50800" tIns="50800" rIns="50800" bIns="50800" anchor="ctr">
            <a:noAutofit/>
          </a:bodyPr>
          <a:lstStyle/>
          <a:p>
            <a:pPr marL="0" indent="0">
              <a:buAutoNum type="arabicPeriod"/>
              <a:defRPr>
                <a:solidFill>
                  <a:srgbClr val="000000"/>
                </a:solidFill>
              </a:defRPr>
            </a:pPr>
            <a:endParaRPr lang="ru-RU" sz="3200" dirty="0"/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4000" dirty="0">
                <a:ea typeface="+mj-lt"/>
                <a:cs typeface="+mj-lt"/>
              </a:rPr>
              <a:t>-плохо знают свои </a:t>
            </a: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4000" dirty="0">
                <a:ea typeface="+mj-lt"/>
                <a:cs typeface="+mj-lt"/>
              </a:rPr>
              <a:t>сильные и слабые стороны, невежество</a:t>
            </a: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en-US" sz="4000" dirty="0">
                <a:ea typeface="+mj-lt"/>
                <a:cs typeface="+mj-lt"/>
              </a:rPr>
              <a:t>-</a:t>
            </a:r>
            <a:r>
              <a:rPr lang="en-US" sz="4000" dirty="0" err="1">
                <a:ea typeface="+mj-lt"/>
                <a:cs typeface="+mj-lt"/>
              </a:rPr>
              <a:t>нет</a:t>
            </a:r>
            <a:r>
              <a:rPr lang="en-US" sz="4000" dirty="0">
                <a:ea typeface="+mj-lt"/>
                <a:cs typeface="+mj-lt"/>
              </a:rPr>
              <a:t> </a:t>
            </a:r>
            <a:r>
              <a:rPr lang="en-US" sz="4000" dirty="0" err="1">
                <a:ea typeface="+mj-lt"/>
                <a:cs typeface="+mj-lt"/>
              </a:rPr>
              <a:t>критериев</a:t>
            </a:r>
            <a:r>
              <a:rPr lang="en-US" sz="4000" dirty="0">
                <a:ea typeface="+mj-lt"/>
                <a:cs typeface="+mj-lt"/>
              </a:rPr>
              <a:t> </a:t>
            </a:r>
            <a:r>
              <a:rPr lang="en-US" sz="4000" dirty="0" err="1">
                <a:ea typeface="+mj-lt"/>
                <a:cs typeface="+mj-lt"/>
              </a:rPr>
              <a:t>выбора</a:t>
            </a:r>
            <a:r>
              <a:rPr lang="en-US" sz="4000" dirty="0">
                <a:ea typeface="+mj-lt"/>
                <a:cs typeface="+mj-lt"/>
              </a:rPr>
              <a:t> </a:t>
            </a: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en-US" sz="4000" dirty="0" err="1">
                <a:ea typeface="+mj-lt"/>
                <a:cs typeface="+mj-lt"/>
              </a:rPr>
              <a:t>партнера</a:t>
            </a:r>
            <a:r>
              <a:rPr lang="en-US" sz="4000" dirty="0">
                <a:ea typeface="+mj-lt"/>
                <a:cs typeface="+mj-lt"/>
              </a:rPr>
              <a:t>, </a:t>
            </a:r>
            <a:r>
              <a:rPr lang="en-US" sz="4000" dirty="0" err="1">
                <a:ea typeface="+mj-lt"/>
                <a:cs typeface="+mj-lt"/>
              </a:rPr>
              <a:t>подвержен</a:t>
            </a:r>
            <a:r>
              <a:rPr lang="ru-RU" sz="4000" dirty="0">
                <a:ea typeface="+mj-lt"/>
                <a:cs typeface="+mj-lt"/>
              </a:rPr>
              <a:t>ы</a:t>
            </a:r>
            <a:r>
              <a:rPr lang="en-US" sz="4000" dirty="0">
                <a:ea typeface="+mj-lt"/>
                <a:cs typeface="+mj-lt"/>
              </a:rPr>
              <a:t> </a:t>
            </a:r>
            <a:r>
              <a:rPr lang="en-US" sz="4000" dirty="0" err="1">
                <a:ea typeface="+mj-lt"/>
                <a:cs typeface="+mj-lt"/>
              </a:rPr>
              <a:t>синдрому</a:t>
            </a:r>
            <a:r>
              <a:rPr lang="en-US" sz="4000" dirty="0">
                <a:ea typeface="+mj-lt"/>
                <a:cs typeface="+mj-lt"/>
              </a:rPr>
              <a:t> "</a:t>
            </a:r>
            <a:r>
              <a:rPr lang="en-US" sz="4000" dirty="0" err="1">
                <a:ea typeface="+mj-lt"/>
                <a:cs typeface="+mj-lt"/>
              </a:rPr>
              <a:t>щенячего</a:t>
            </a:r>
            <a:r>
              <a:rPr lang="en-US" sz="4000" dirty="0">
                <a:ea typeface="+mj-lt"/>
                <a:cs typeface="+mj-lt"/>
              </a:rPr>
              <a:t> </a:t>
            </a:r>
            <a:r>
              <a:rPr lang="en-US" sz="4000" dirty="0" err="1">
                <a:ea typeface="+mj-lt"/>
                <a:cs typeface="+mj-lt"/>
              </a:rPr>
              <a:t>восторга</a:t>
            </a:r>
            <a:r>
              <a:rPr lang="en-US" sz="4000" dirty="0">
                <a:ea typeface="+mj-lt"/>
                <a:cs typeface="+mj-lt"/>
              </a:rPr>
              <a:t> </a:t>
            </a:r>
            <a:r>
              <a:rPr lang="en-US" sz="4000" dirty="0" err="1">
                <a:ea typeface="+mj-lt"/>
                <a:cs typeface="+mj-lt"/>
              </a:rPr>
              <a:t>от</a:t>
            </a:r>
            <a:r>
              <a:rPr lang="en-US" sz="4000" dirty="0">
                <a:ea typeface="+mj-lt"/>
                <a:cs typeface="+mj-lt"/>
              </a:rPr>
              <a:t> </a:t>
            </a:r>
            <a:r>
              <a:rPr lang="en-US" sz="4000" dirty="0" err="1">
                <a:ea typeface="+mj-lt"/>
                <a:cs typeface="+mj-lt"/>
              </a:rPr>
              <a:t>партнера</a:t>
            </a:r>
            <a:r>
              <a:rPr lang="en-US" sz="4000" dirty="0">
                <a:ea typeface="+mj-lt"/>
                <a:cs typeface="+mj-lt"/>
              </a:rPr>
              <a:t>"</a:t>
            </a:r>
            <a:endParaRPr lang="en-US" sz="4000" dirty="0"/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en-US" sz="4000" dirty="0"/>
              <a:t>-</a:t>
            </a:r>
            <a:r>
              <a:rPr lang="en-US" sz="4000" dirty="0" err="1"/>
              <a:t>неоправданны</a:t>
            </a:r>
            <a:r>
              <a:rPr lang="ru-RU" sz="4000" dirty="0"/>
              <a:t>е</a:t>
            </a:r>
            <a:r>
              <a:rPr lang="en-US" sz="4000" dirty="0"/>
              <a:t> </a:t>
            </a:r>
            <a:endParaRPr lang="en-US" sz="4000" dirty="0">
              <a:ea typeface="+mj-lt"/>
              <a:cs typeface="+mj-lt"/>
            </a:endParaRP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4000" dirty="0">
                <a:ea typeface="+mj-lt"/>
                <a:cs typeface="+mj-lt"/>
              </a:rPr>
              <a:t>о</a:t>
            </a:r>
            <a:r>
              <a:rPr lang="en-US" sz="4000" dirty="0" err="1">
                <a:ea typeface="+mj-lt"/>
                <a:cs typeface="+mj-lt"/>
              </a:rPr>
              <a:t>птимист</a:t>
            </a:r>
            <a:r>
              <a:rPr lang="ru-RU" sz="4000" dirty="0" err="1">
                <a:ea typeface="+mj-lt"/>
                <a:cs typeface="+mj-lt"/>
              </a:rPr>
              <a:t>ки</a:t>
            </a:r>
            <a:r>
              <a:rPr lang="ru-RU" sz="4000" dirty="0">
                <a:ea typeface="+mj-lt"/>
                <a:cs typeface="+mj-lt"/>
              </a:rPr>
              <a:t>, доверчивость</a:t>
            </a:r>
            <a:endParaRPr lang="en-US" sz="4000" dirty="0" err="1">
              <a:ea typeface="+mj-lt"/>
              <a:cs typeface="+mj-lt"/>
            </a:endParaRP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en-US" sz="4000" dirty="0"/>
              <a:t>-</a:t>
            </a:r>
            <a:r>
              <a:rPr lang="en-US" sz="4000" dirty="0" err="1"/>
              <a:t>заниженная</a:t>
            </a:r>
            <a:r>
              <a:rPr lang="en-US" sz="4000" dirty="0"/>
              <a:t> </a:t>
            </a:r>
            <a:r>
              <a:rPr lang="en-US" sz="4000" dirty="0" err="1"/>
              <a:t>самооценка</a:t>
            </a:r>
            <a:r>
              <a:rPr lang="ru-RU" sz="4000" dirty="0"/>
              <a:t> (да кому я нужна…!)</a:t>
            </a:r>
            <a:endParaRPr lang="en-US" sz="4000" dirty="0" err="1"/>
          </a:p>
          <a:p>
            <a:pPr marL="228600" indent="-228600">
              <a:buAutoNum type="arabicPeriod"/>
              <a:defRPr>
                <a:solidFill>
                  <a:srgbClr val="000000"/>
                </a:solidFill>
              </a:defRPr>
            </a:pPr>
            <a:endParaRPr lang="ru-RU" dirty="0"/>
          </a:p>
        </p:txBody>
      </p:sp>
      <p:pic>
        <p:nvPicPr>
          <p:cNvPr id="25" name="Рисунок 25" descr="Изображение выглядит как человек, мужчина, внешний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6820E4DD-3B3B-4013-BAD8-ED58F758E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901" y="2082530"/>
            <a:ext cx="5496748" cy="614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5265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Три основных ошибк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ru-RU" dirty="0"/>
              <a:t>Наивные (Настеньки) </a:t>
            </a:r>
          </a:p>
        </p:txBody>
      </p:sp>
      <p:sp>
        <p:nvSpPr>
          <p:cNvPr id="154" name="Победительница мужчин (Гермиона)…"/>
          <p:cNvSpPr txBox="1">
            <a:spLocks noGrp="1"/>
          </p:cNvSpPr>
          <p:nvPr>
            <p:ph type="body" sz="half" idx="1"/>
          </p:nvPr>
        </p:nvSpPr>
        <p:spPr>
          <a:xfrm>
            <a:off x="914399" y="2414568"/>
            <a:ext cx="7095282" cy="7181930"/>
          </a:xfrm>
          <a:prstGeom prst="rect">
            <a:avLst/>
          </a:prstGeom>
        </p:spPr>
        <p:txBody>
          <a:bodyPr lIns="50800" tIns="50800" rIns="50800" bIns="50800" anchor="ctr">
            <a:noAutofit/>
          </a:bodyPr>
          <a:lstStyle/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en-US" sz="4000" dirty="0">
                <a:ea typeface="+mj-lt"/>
                <a:cs typeface="+mj-lt"/>
              </a:rPr>
              <a:t>-</a:t>
            </a:r>
            <a:r>
              <a:rPr lang="en-US" sz="4000" dirty="0" err="1">
                <a:ea typeface="+mj-lt"/>
                <a:cs typeface="+mj-lt"/>
              </a:rPr>
              <a:t>да</a:t>
            </a:r>
            <a:r>
              <a:rPr lang="ru-RU" sz="4000" dirty="0">
                <a:ea typeface="+mj-lt"/>
                <a:cs typeface="+mj-lt"/>
              </a:rPr>
              <a:t>ю</a:t>
            </a:r>
            <a:r>
              <a:rPr lang="en-US" sz="4000" dirty="0">
                <a:ea typeface="+mj-lt"/>
                <a:cs typeface="+mj-lt"/>
              </a:rPr>
              <a:t>т </a:t>
            </a:r>
            <a:r>
              <a:rPr lang="en-US" sz="4000" dirty="0" err="1">
                <a:ea typeface="+mj-lt"/>
                <a:cs typeface="+mj-lt"/>
              </a:rPr>
              <a:t>много</a:t>
            </a:r>
            <a:r>
              <a:rPr lang="en-US" sz="4000" dirty="0">
                <a:ea typeface="+mj-lt"/>
                <a:cs typeface="+mj-lt"/>
              </a:rPr>
              <a:t> </a:t>
            </a:r>
            <a:r>
              <a:rPr lang="en-US" sz="4000" dirty="0" err="1">
                <a:ea typeface="+mj-lt"/>
                <a:cs typeface="+mj-lt"/>
              </a:rPr>
              <a:t>шансов</a:t>
            </a:r>
            <a:r>
              <a:rPr lang="en-US" sz="4000" dirty="0">
                <a:ea typeface="+mj-lt"/>
                <a:cs typeface="+mj-lt"/>
              </a:rPr>
              <a:t> </a:t>
            </a:r>
            <a:r>
              <a:rPr lang="en-US" sz="4000" dirty="0" err="1">
                <a:ea typeface="+mj-lt"/>
                <a:cs typeface="+mj-lt"/>
              </a:rPr>
              <a:t>людям</a:t>
            </a:r>
            <a:r>
              <a:rPr lang="en-US" sz="4000" dirty="0">
                <a:ea typeface="+mj-lt"/>
                <a:cs typeface="+mj-lt"/>
              </a:rPr>
              <a:t> </a:t>
            </a:r>
            <a:r>
              <a:rPr lang="en-US" sz="4000" dirty="0" err="1">
                <a:ea typeface="+mj-lt"/>
                <a:cs typeface="+mj-lt"/>
              </a:rPr>
              <a:t>этого</a:t>
            </a:r>
            <a:r>
              <a:rPr lang="en-US" sz="4000" dirty="0">
                <a:ea typeface="+mj-lt"/>
                <a:cs typeface="+mj-lt"/>
              </a:rPr>
              <a:t> </a:t>
            </a:r>
            <a:r>
              <a:rPr lang="en-US" sz="4000" dirty="0" err="1">
                <a:ea typeface="+mj-lt"/>
                <a:cs typeface="+mj-lt"/>
              </a:rPr>
              <a:t>недостойным</a:t>
            </a:r>
            <a:r>
              <a:rPr lang="en-US" sz="4000" dirty="0">
                <a:ea typeface="+mj-lt"/>
                <a:cs typeface="+mj-lt"/>
              </a:rPr>
              <a:t>, </a:t>
            </a:r>
            <a:endParaRPr lang="ru-RU" sz="4000" dirty="0">
              <a:ea typeface="+mj-lt"/>
              <a:cs typeface="+mj-lt"/>
            </a:endParaRP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4000" dirty="0">
                <a:ea typeface="+mj-lt"/>
                <a:cs typeface="+mj-lt"/>
              </a:rPr>
              <a:t>-</a:t>
            </a:r>
            <a:r>
              <a:rPr lang="en-US" sz="4000" dirty="0" err="1">
                <a:ea typeface="+mj-lt"/>
                <a:cs typeface="+mj-lt"/>
              </a:rPr>
              <a:t>люб</a:t>
            </a:r>
            <a:r>
              <a:rPr lang="ru-RU" sz="4000" dirty="0">
                <a:ea typeface="+mj-lt"/>
                <a:cs typeface="+mj-lt"/>
              </a:rPr>
              <a:t>я</a:t>
            </a:r>
            <a:r>
              <a:rPr lang="en-US" sz="4000" dirty="0">
                <a:ea typeface="+mj-lt"/>
                <a:cs typeface="+mj-lt"/>
              </a:rPr>
              <a:t>т </a:t>
            </a:r>
            <a:r>
              <a:rPr lang="en-US" sz="4000" dirty="0" err="1">
                <a:ea typeface="+mj-lt"/>
                <a:cs typeface="+mj-lt"/>
              </a:rPr>
              <a:t>брать</a:t>
            </a:r>
            <a:r>
              <a:rPr lang="en-US" sz="4000" dirty="0">
                <a:ea typeface="+mj-lt"/>
                <a:cs typeface="+mj-lt"/>
              </a:rPr>
              <a:t> </a:t>
            </a:r>
            <a:r>
              <a:rPr lang="en-US" sz="4000" dirty="0" err="1">
                <a:ea typeface="+mj-lt"/>
                <a:cs typeface="+mj-lt"/>
              </a:rPr>
              <a:t>на</a:t>
            </a:r>
            <a:r>
              <a:rPr lang="en-US" sz="4000" dirty="0">
                <a:ea typeface="+mj-lt"/>
                <a:cs typeface="+mj-lt"/>
              </a:rPr>
              <a:t> </a:t>
            </a:r>
            <a:r>
              <a:rPr lang="en-US" sz="4000" dirty="0" err="1">
                <a:ea typeface="+mj-lt"/>
                <a:cs typeface="+mj-lt"/>
              </a:rPr>
              <a:t>себя</a:t>
            </a:r>
            <a:r>
              <a:rPr lang="en-US" sz="4000" dirty="0">
                <a:ea typeface="+mj-lt"/>
                <a:cs typeface="+mj-lt"/>
              </a:rPr>
              <a:t> </a:t>
            </a: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en-US" sz="4000" dirty="0" err="1">
                <a:ea typeface="+mj-lt"/>
                <a:cs typeface="+mj-lt"/>
              </a:rPr>
              <a:t>чужие</a:t>
            </a:r>
            <a:r>
              <a:rPr lang="en-US" sz="4000" dirty="0">
                <a:ea typeface="+mj-lt"/>
                <a:cs typeface="+mj-lt"/>
              </a:rPr>
              <a:t> </a:t>
            </a:r>
            <a:r>
              <a:rPr lang="en-US" sz="4000" dirty="0" err="1">
                <a:ea typeface="+mj-lt"/>
                <a:cs typeface="+mj-lt"/>
              </a:rPr>
              <a:t>проблемы</a:t>
            </a:r>
            <a:endParaRPr lang="en-US" sz="4000" dirty="0">
              <a:ea typeface="+mj-lt"/>
              <a:cs typeface="+mj-lt"/>
            </a:endParaRP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en-US" sz="4000" dirty="0">
                <a:ea typeface="+mj-lt"/>
                <a:cs typeface="+mj-lt"/>
              </a:rPr>
              <a:t>-</a:t>
            </a:r>
            <a:r>
              <a:rPr lang="en-US" sz="4000" dirty="0" err="1">
                <a:ea typeface="+mj-lt"/>
                <a:cs typeface="+mj-lt"/>
              </a:rPr>
              <a:t>плохо</a:t>
            </a:r>
            <a:r>
              <a:rPr lang="en-US" sz="4000" dirty="0">
                <a:ea typeface="+mj-lt"/>
                <a:cs typeface="+mj-lt"/>
              </a:rPr>
              <a:t> </a:t>
            </a:r>
            <a:r>
              <a:rPr lang="en-US" sz="4000" dirty="0" err="1">
                <a:ea typeface="+mj-lt"/>
                <a:cs typeface="+mj-lt"/>
              </a:rPr>
              <a:t>уме</a:t>
            </a:r>
            <a:r>
              <a:rPr lang="ru-RU" sz="4000" dirty="0">
                <a:ea typeface="+mj-lt"/>
                <a:cs typeface="+mj-lt"/>
              </a:rPr>
              <a:t>ю</a:t>
            </a:r>
            <a:r>
              <a:rPr lang="en-US" sz="4000" dirty="0">
                <a:ea typeface="+mj-lt"/>
                <a:cs typeface="+mj-lt"/>
              </a:rPr>
              <a:t>т </a:t>
            </a:r>
            <a:r>
              <a:rPr lang="en-US" sz="4000" dirty="0" err="1">
                <a:ea typeface="+mj-lt"/>
                <a:cs typeface="+mj-lt"/>
              </a:rPr>
              <a:t>отказывать</a:t>
            </a:r>
            <a:r>
              <a:rPr lang="en-US" sz="4000" dirty="0">
                <a:ea typeface="+mj-lt"/>
                <a:cs typeface="+mj-lt"/>
              </a:rPr>
              <a:t>, </a:t>
            </a:r>
            <a:r>
              <a:rPr lang="en-US" sz="4000" dirty="0" err="1">
                <a:ea typeface="+mj-lt"/>
                <a:cs typeface="+mj-lt"/>
              </a:rPr>
              <a:t>оставлять</a:t>
            </a:r>
            <a:r>
              <a:rPr lang="en-US" sz="4000" dirty="0">
                <a:ea typeface="+mj-lt"/>
                <a:cs typeface="+mj-lt"/>
              </a:rPr>
              <a:t> </a:t>
            </a: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en-US" sz="4000" dirty="0" err="1">
                <a:ea typeface="+mj-lt"/>
                <a:cs typeface="+mj-lt"/>
              </a:rPr>
              <a:t>неперспективных</a:t>
            </a:r>
            <a:r>
              <a:rPr lang="en-US" sz="4000" dirty="0">
                <a:ea typeface="+mj-lt"/>
                <a:cs typeface="+mj-lt"/>
              </a:rPr>
              <a:t>, </a:t>
            </a:r>
            <a:endParaRPr lang="ru-RU" sz="4000" dirty="0">
              <a:ea typeface="+mj-lt"/>
              <a:cs typeface="+mj-lt"/>
            </a:endParaRP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4000" dirty="0">
                <a:ea typeface="+mj-lt"/>
                <a:cs typeface="+mj-lt"/>
              </a:rPr>
              <a:t>-</a:t>
            </a:r>
            <a:r>
              <a:rPr lang="en-US" sz="4000" dirty="0" err="1">
                <a:ea typeface="+mj-lt"/>
                <a:cs typeface="+mj-lt"/>
              </a:rPr>
              <a:t>стара</a:t>
            </a:r>
            <a:r>
              <a:rPr lang="ru-RU" sz="4000" dirty="0">
                <a:ea typeface="+mj-lt"/>
                <a:cs typeface="+mj-lt"/>
              </a:rPr>
              <a:t>ю</a:t>
            </a:r>
            <a:r>
              <a:rPr lang="en-US" sz="4000" dirty="0" err="1">
                <a:ea typeface="+mj-lt"/>
                <a:cs typeface="+mj-lt"/>
              </a:rPr>
              <a:t>тся</a:t>
            </a:r>
            <a:r>
              <a:rPr lang="en-US" sz="4000" dirty="0">
                <a:ea typeface="+mj-lt"/>
                <a:cs typeface="+mj-lt"/>
              </a:rPr>
              <a:t> </a:t>
            </a:r>
            <a:r>
              <a:rPr lang="en-US" sz="4000" dirty="0" err="1">
                <a:ea typeface="+mj-lt"/>
                <a:cs typeface="+mj-lt"/>
              </a:rPr>
              <a:t>всем</a:t>
            </a:r>
            <a:r>
              <a:rPr lang="en-US" sz="4000" dirty="0">
                <a:ea typeface="+mj-lt"/>
                <a:cs typeface="+mj-lt"/>
              </a:rPr>
              <a:t> </a:t>
            </a:r>
            <a:r>
              <a:rPr lang="en-US" sz="4000" dirty="0" err="1">
                <a:ea typeface="+mj-lt"/>
                <a:cs typeface="+mj-lt"/>
              </a:rPr>
              <a:t>помочь</a:t>
            </a:r>
            <a:r>
              <a:rPr lang="en-US" sz="4000" dirty="0">
                <a:ea typeface="+mj-lt"/>
                <a:cs typeface="+mj-lt"/>
              </a:rPr>
              <a:t> </a:t>
            </a:r>
            <a:r>
              <a:rPr lang="en-US" sz="4000" dirty="0" err="1">
                <a:ea typeface="+mj-lt"/>
                <a:cs typeface="+mj-lt"/>
              </a:rPr>
              <a:t>или</a:t>
            </a:r>
            <a:r>
              <a:rPr lang="en-US" sz="4000" dirty="0">
                <a:ea typeface="+mj-lt"/>
                <a:cs typeface="+mj-lt"/>
              </a:rPr>
              <a:t> </a:t>
            </a: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en-US" sz="4000" dirty="0" err="1">
                <a:ea typeface="+mj-lt"/>
                <a:cs typeface="+mj-lt"/>
              </a:rPr>
              <a:t>переделать</a:t>
            </a:r>
            <a:endParaRPr sz="4000" dirty="0" err="1"/>
          </a:p>
          <a:p>
            <a:pPr marL="228600" indent="-228600">
              <a:buAutoNum type="arabicPeriod"/>
              <a:defRPr>
                <a:solidFill>
                  <a:srgbClr val="000000"/>
                </a:solidFill>
              </a:defRPr>
            </a:pPr>
            <a:endParaRPr lang="ru-RU" sz="3600" dirty="0"/>
          </a:p>
        </p:txBody>
      </p:sp>
      <p:pic>
        <p:nvPicPr>
          <p:cNvPr id="11" name="Рисунок 11" descr="Изображение выглядит как стена, внутренний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BE369CB0-F5F7-4424-9B40-0101CF0FD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624" y="2798675"/>
            <a:ext cx="5120996" cy="415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592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399086-30ED-44E1-A951-101EB1094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ru-RU" sz="7300" dirty="0">
                <a:solidFill>
                  <a:schemeClr val="tx2">
                    <a:lumMod val="50000"/>
                  </a:schemeClr>
                </a:solidFill>
              </a:rPr>
              <a:t>Итоги наивности </a:t>
            </a:r>
          </a:p>
          <a:p>
            <a:endParaRPr lang="ru-RU" dirty="0"/>
          </a:p>
        </p:txBody>
      </p:sp>
      <p:sp>
        <p:nvSpPr>
          <p:cNvPr id="164" name="Итог поведения Победительницы:…"/>
          <p:cNvSpPr txBox="1">
            <a:spLocks noGrp="1"/>
          </p:cNvSpPr>
          <p:nvPr>
            <p:ph type="body" sz="half" idx="1"/>
          </p:nvPr>
        </p:nvSpPr>
        <p:spPr>
          <a:xfrm>
            <a:off x="914400" y="2705100"/>
            <a:ext cx="6261904" cy="6019800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5400" dirty="0"/>
              <a:t>-влипают в истории </a:t>
            </a:r>
            <a:r>
              <a:rPr lang="ru-RU" sz="5400" dirty="0" err="1"/>
              <a:t>спасательства</a:t>
            </a:r>
            <a:r>
              <a:rPr lang="ru-RU" sz="5400" dirty="0"/>
              <a:t> (</a:t>
            </a:r>
            <a:r>
              <a:rPr lang="ru-RU" sz="5400" dirty="0" err="1"/>
              <a:t>сдр</a:t>
            </a:r>
            <a:r>
              <a:rPr lang="ru-RU" sz="5400" dirty="0"/>
              <a:t> сенбернара)</a:t>
            </a: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5400" dirty="0"/>
              <a:t>-их обманывают, эксплуатируют, пользуются, бросают </a:t>
            </a: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5400" dirty="0"/>
              <a:t>-отношения приносят им страдания, трагедии, неудачи</a:t>
            </a:r>
          </a:p>
        </p:txBody>
      </p:sp>
      <p:pic>
        <p:nvPicPr>
          <p:cNvPr id="1026" name="Picture 2" descr="Международный комитет Красного Креста — Википедия"/>
          <p:cNvPicPr>
            <a:picLocks noGrp="1" noChangeAspect="1" noChangeArrowheads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5" b="1235"/>
          <a:stretch>
            <a:fillRect/>
          </a:stretch>
        </p:blipFill>
        <p:spPr bwMode="auto">
          <a:xfrm>
            <a:off x="6829290" y="3110884"/>
            <a:ext cx="5119499" cy="333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600921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3" descr="Изображение выглядит как человек, внутренний, стена, женщина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37FBA9AA-87AA-48CC-A031-7601A05CB19B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 rotWithShape="1">
          <a:blip r:embed="rId2"/>
          <a:srcRect l="2729" r="2729"/>
          <a:stretch/>
        </p:blipFill>
        <p:spPr>
          <a:xfrm>
            <a:off x="965200" y="425533"/>
            <a:ext cx="11069437" cy="6819733"/>
          </a:xfrm>
          <a:prstGeom prst="rect">
            <a:avLst/>
          </a:prstGeom>
        </p:spPr>
      </p:pic>
      <p:sp>
        <p:nvSpPr>
          <p:cNvPr id="160" name="Пример поведения Победительницы-1:…"/>
          <p:cNvSpPr txBox="1">
            <a:spLocks noGrp="1"/>
          </p:cNvSpPr>
          <p:nvPr>
            <p:ph type="body" sz="quarter" idx="1"/>
          </p:nvPr>
        </p:nvSpPr>
        <p:spPr>
          <a:xfrm>
            <a:off x="1016000" y="7214734"/>
            <a:ext cx="11003820" cy="2306752"/>
          </a:xfrm>
          <a:prstGeom prst="rect">
            <a:avLst/>
          </a:prstGeom>
        </p:spPr>
        <p:txBody>
          <a:bodyPr lIns="50800" tIns="50800" rIns="50800" bIns="50800" anchor="t">
            <a:noAutofit/>
          </a:bodyPr>
          <a:lstStyle/>
          <a:p>
            <a:pPr algn="ctr">
              <a:defRPr>
                <a:solidFill>
                  <a:srgbClr val="000000"/>
                </a:solidFill>
              </a:defRPr>
            </a:pPr>
            <a:r>
              <a:rPr lang="ru-RU" sz="4400" b="1" dirty="0"/>
              <a:t>Крикну...а в ответ тишина, </a:t>
            </a:r>
            <a:endParaRPr lang="ru-RU" sz="4400"/>
          </a:p>
          <a:p>
            <a:pPr algn="ctr">
              <a:defRPr>
                <a:solidFill>
                  <a:srgbClr val="000000"/>
                </a:solidFill>
              </a:defRPr>
            </a:pPr>
            <a:r>
              <a:rPr lang="ru-RU" sz="4400" b="1" dirty="0"/>
              <a:t>Снова...я осталась одна,</a:t>
            </a:r>
          </a:p>
          <a:p>
            <a:pPr algn="ctr">
              <a:defRPr>
                <a:solidFill>
                  <a:srgbClr val="000000"/>
                </a:solidFill>
              </a:defRPr>
            </a:pPr>
            <a:r>
              <a:rPr lang="ru-RU" sz="4400" b="1" dirty="0"/>
              <a:t>Сильная женщина...плачет...у окна.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Победительница мужчин-картинка высокомерной Гермион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578358">
              <a:defRPr sz="5742">
                <a:solidFill>
                  <a:srgbClr val="000000"/>
                </a:solidFill>
              </a:defRPr>
            </a:lvl1pPr>
          </a:lstStyle>
          <a:p>
            <a:r>
              <a:rPr lang="ru-RU" sz="5700" dirty="0"/>
              <a:t>Победительницы (Гермионы) </a:t>
            </a:r>
          </a:p>
        </p:txBody>
      </p:sp>
      <p:sp>
        <p:nvSpPr>
          <p:cNvPr id="158" name="Умная, но ведет себя резко и много критикует…"/>
          <p:cNvSpPr txBox="1">
            <a:spLocks noGrp="1"/>
          </p:cNvSpPr>
          <p:nvPr>
            <p:ph type="body" sz="half" idx="1"/>
          </p:nvPr>
        </p:nvSpPr>
        <p:spPr>
          <a:xfrm>
            <a:off x="914400" y="2511412"/>
            <a:ext cx="6516547" cy="6780718"/>
          </a:xfrm>
          <a:prstGeom prst="rect">
            <a:avLst/>
          </a:prstGeom>
        </p:spPr>
        <p:txBody>
          <a:bodyPr lIns="50800" tIns="50800" rIns="50800" bIns="50800" anchor="ctr">
            <a:noAutofit/>
          </a:bodyPr>
          <a:lstStyle/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4400" dirty="0"/>
              <a:t>-Умная</a:t>
            </a:r>
            <a:r>
              <a:rPr sz="4400" dirty="0"/>
              <a:t>, но ведет себя резко и много критикует</a:t>
            </a:r>
            <a:endParaRPr lang="ru-RU" sz="4400" dirty="0"/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4400" dirty="0"/>
              <a:t>-</a:t>
            </a:r>
            <a:r>
              <a:rPr sz="4400" dirty="0" err="1"/>
              <a:t>Слишком</a:t>
            </a:r>
            <a:r>
              <a:rPr lang="ru-RU" sz="4400" dirty="0"/>
              <a:t> прямая</a:t>
            </a:r>
            <a:r>
              <a:rPr sz="4400" dirty="0"/>
              <a:t>,</a:t>
            </a:r>
            <a:r>
              <a:rPr lang="ru-RU" sz="4400" dirty="0"/>
              <a:t>  </a:t>
            </a: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sz="4400" dirty="0" err="1"/>
              <a:t>недостаточно</a:t>
            </a:r>
            <a:r>
              <a:rPr sz="4400" dirty="0"/>
              <a:t> </a:t>
            </a:r>
            <a:r>
              <a:rPr lang="ru-RU" sz="4400" dirty="0"/>
              <a:t>гибкая</a:t>
            </a:r>
            <a:endParaRPr sz="4400" dirty="0"/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4400" dirty="0"/>
              <a:t>-Спорщик</a:t>
            </a: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4400" dirty="0"/>
              <a:t>-Пессимист</a:t>
            </a: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4400" dirty="0"/>
              <a:t>-В глубине души всех считает дураками</a:t>
            </a:r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3E520A58-7E25-4620-AAC6-918763448EB0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 rotWithShape="1">
          <a:blip r:embed="rId2"/>
          <a:srcRect t="6914" b="6914"/>
          <a:stretch/>
        </p:blipFill>
        <p:spPr>
          <a:xfrm>
            <a:off x="7802845" y="3405247"/>
            <a:ext cx="4746910" cy="380578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Победительница мужчин-картинка высокомерной Гермион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578358">
              <a:defRPr sz="5742">
                <a:solidFill>
                  <a:srgbClr val="000000"/>
                </a:solidFill>
              </a:defRPr>
            </a:lvl1pPr>
          </a:lstStyle>
          <a:p>
            <a:r>
              <a:rPr lang="ru-RU" sz="5700" dirty="0"/>
              <a:t>Победительницы (Гермионы)</a:t>
            </a:r>
          </a:p>
        </p:txBody>
      </p:sp>
      <p:sp>
        <p:nvSpPr>
          <p:cNvPr id="158" name="Умная, но ведет себя резко и много критикует…"/>
          <p:cNvSpPr txBox="1">
            <a:spLocks noGrp="1"/>
          </p:cNvSpPr>
          <p:nvPr>
            <p:ph type="body" sz="half" idx="1"/>
          </p:nvPr>
        </p:nvSpPr>
        <p:spPr>
          <a:xfrm>
            <a:off x="914400" y="2511412"/>
            <a:ext cx="5809844" cy="6050697"/>
          </a:xfrm>
          <a:prstGeom prst="rect">
            <a:avLst/>
          </a:prstGeom>
        </p:spPr>
        <p:txBody>
          <a:bodyPr lIns="50800" tIns="50800" rIns="50800" bIns="50800" anchor="ctr">
            <a:noAutofit/>
          </a:bodyPr>
          <a:lstStyle/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4400" dirty="0"/>
              <a:t>-не дает более  одного шанса</a:t>
            </a: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4400" dirty="0"/>
              <a:t>-феминистка</a:t>
            </a: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4400" dirty="0"/>
              <a:t>-Малая корона (ведет себя как капризная принцесса)</a:t>
            </a: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4400" dirty="0"/>
              <a:t>-суховата</a:t>
            </a:r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4400" dirty="0"/>
              <a:t>-Бета </a:t>
            </a:r>
          </a:p>
        </p:txBody>
      </p:sp>
      <p:pic>
        <p:nvPicPr>
          <p:cNvPr id="7" name="Рисунок 7" descr="Изображение выглядит как человек, стол, внутренний, стена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BF7A08D4-346F-434A-AB7F-DB7E8E96E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244" y="3051642"/>
            <a:ext cx="5745371" cy="324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9355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BC27CB9-7D0B-4140-9691-B3732B81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Итоги </a:t>
            </a:r>
            <a:r>
              <a:rPr lang="ru-RU" dirty="0" err="1">
                <a:solidFill>
                  <a:schemeClr val="tx2">
                    <a:lumMod val="50000"/>
                  </a:schemeClr>
                </a:solidFill>
              </a:rPr>
              <a:t>победительства</a:t>
            </a:r>
            <a:endParaRPr lang="ru-RU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4" name="Итог поведения Победительницы:…"/>
          <p:cNvSpPr txBox="1">
            <a:spLocks noGrp="1"/>
          </p:cNvSpPr>
          <p:nvPr>
            <p:ph type="body" sz="half" idx="1"/>
          </p:nvPr>
        </p:nvSpPr>
        <p:spPr>
          <a:xfrm>
            <a:off x="914400" y="2705100"/>
            <a:ext cx="5118100" cy="2885209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4400" dirty="0"/>
              <a:t>- одиночество</a:t>
            </a:r>
            <a:endParaRPr sz="4400" dirty="0"/>
          </a:p>
          <a:p>
            <a:pPr marL="0" indent="0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pPr>
            <a:r>
              <a:rPr lang="ru-RU" sz="4400" dirty="0"/>
              <a:t>- синий чулок</a:t>
            </a:r>
          </a:p>
          <a:p>
            <a:pPr marL="0" indent="0">
              <a:buSzTx/>
              <a:buNone/>
              <a:defRPr>
                <a:solidFill>
                  <a:srgbClr val="000000"/>
                </a:solidFill>
              </a:defRPr>
            </a:pPr>
            <a:endParaRPr lang="ru-RU" dirty="0"/>
          </a:p>
        </p:txBody>
      </p:sp>
      <p:pic>
        <p:nvPicPr>
          <p:cNvPr id="2" name="Рисунок 2" descr="Изображение выглядит как человек, внутренний, женщина, стена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598EE6A4-5205-4C4B-BC2D-AE3C9C679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0" y="3200110"/>
            <a:ext cx="6423280" cy="396615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5" descr="Изображение выглядит как одежда, волосы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BBF0CDA5-45BA-4AA0-AB00-0A3CA44EB576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 rotWithShape="1">
          <a:blip r:embed="rId2"/>
          <a:srcRect t="17417" b="17417"/>
          <a:stretch/>
        </p:blipFill>
        <p:spPr>
          <a:xfrm>
            <a:off x="3183038" y="590265"/>
            <a:ext cx="6421175" cy="4977158"/>
          </a:xfrm>
          <a:prstGeom prst="rect">
            <a:avLst/>
          </a:prstGeom>
        </p:spPr>
      </p:pic>
      <p:sp>
        <p:nvSpPr>
          <p:cNvPr id="164" name="Итог поведения Победительницы:…"/>
          <p:cNvSpPr txBox="1">
            <a:spLocks noGrp="1"/>
          </p:cNvSpPr>
          <p:nvPr>
            <p:ph type="body" sz="quarter" idx="1"/>
          </p:nvPr>
        </p:nvSpPr>
        <p:spPr>
          <a:xfrm>
            <a:off x="1073873" y="6517994"/>
            <a:ext cx="11003821" cy="2154568"/>
          </a:xfrm>
          <a:prstGeom prst="rect">
            <a:avLst/>
          </a:prstGeom>
        </p:spPr>
        <p:txBody>
          <a:bodyPr lIns="50800" tIns="50800" rIns="50800" bIns="50800" anchor="t">
            <a:noAutofit/>
          </a:bodyPr>
          <a:lstStyle/>
          <a:p>
            <a:pPr algn="ctr">
              <a:defRPr>
                <a:solidFill>
                  <a:srgbClr val="000000"/>
                </a:solidFill>
              </a:defRPr>
            </a:pPr>
            <a:r>
              <a:rPr lang="ru-RU" sz="4000" b="1" dirty="0"/>
              <a:t>-Кто Вас воспитывает?</a:t>
            </a:r>
          </a:p>
          <a:p>
            <a:pPr algn="ctr">
              <a:defRPr>
                <a:solidFill>
                  <a:srgbClr val="000000"/>
                </a:solidFill>
              </a:defRPr>
            </a:pPr>
            <a:r>
              <a:rPr lang="ru-RU" sz="4000" b="1" dirty="0"/>
              <a:t>-Когда папа Карло, когда никто...</a:t>
            </a:r>
          </a:p>
          <a:p>
            <a:pPr algn="ctr">
              <a:defRPr>
                <a:solidFill>
                  <a:srgbClr val="000000"/>
                </a:solidFill>
              </a:defRPr>
            </a:pPr>
            <a:r>
              <a:rPr lang="ru-RU" sz="4000" b="1" dirty="0"/>
              <a:t>-Теперь я займусь Вашим воспитанием!</a:t>
            </a:r>
          </a:p>
          <a:p>
            <a:pPr algn="ctr">
              <a:defRPr>
                <a:solidFill>
                  <a:srgbClr val="000000"/>
                </a:solidFill>
              </a:defRPr>
            </a:pPr>
            <a:r>
              <a:rPr lang="ru-RU" sz="4000" b="1" dirty="0"/>
              <a:t>-Во влип! - подумал Буратино.</a:t>
            </a:r>
          </a:p>
          <a:p>
            <a:pPr>
              <a:defRPr>
                <a:solidFill>
                  <a:srgbClr val="000000"/>
                </a:solidFill>
              </a:defRPr>
            </a:pPr>
            <a:endParaRPr lang="ru-RU" sz="4400" dirty="0"/>
          </a:p>
          <a:p>
            <a:pPr>
              <a:defRPr>
                <a:solidFill>
                  <a:srgbClr val="000000"/>
                </a:solidFill>
              </a:defRPr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506662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>
            <a:extLst>
              <a:ext uri="{FF2B5EF4-FFF2-40B4-BE49-F238E27FC236}">
                <a16:creationId xmlns:a16="http://schemas.microsoft.com/office/drawing/2014/main" id="{4E7E9400-E39B-41D0-86E9-8E23887E8F18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4" name="Итог поведения Конфеты:…"/>
          <p:cNvSpPr txBox="1">
            <a:spLocks noGrp="1"/>
          </p:cNvSpPr>
          <p:nvPr>
            <p:ph type="body" sz="quarter" idx="1"/>
          </p:nvPr>
        </p:nvSpPr>
        <p:spPr>
          <a:xfrm>
            <a:off x="1016000" y="7200900"/>
            <a:ext cx="11003820" cy="230675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ctr">
              <a:buSzTx/>
              <a:buNone/>
              <a:defRPr>
                <a:solidFill>
                  <a:srgbClr val="000000"/>
                </a:solidFill>
              </a:defRPr>
            </a:pPr>
            <a:endParaRPr lang="ru-RU" dirty="0"/>
          </a:p>
          <a:p>
            <a:pPr marL="0" indent="0" algn="ctr">
              <a:buSzTx/>
              <a:buNone/>
              <a:defRPr>
                <a:solidFill>
                  <a:srgbClr val="000000"/>
                </a:solidFill>
              </a:defRPr>
            </a:pPr>
            <a:r>
              <a:rPr sz="4800" b="1" dirty="0" err="1"/>
              <a:t>Что</a:t>
            </a:r>
            <a:r>
              <a:rPr sz="4800" b="1" dirty="0"/>
              <a:t> </a:t>
            </a:r>
            <a:r>
              <a:rPr sz="4800" b="1" dirty="0" err="1"/>
              <a:t>толку</a:t>
            </a:r>
            <a:r>
              <a:rPr sz="4800" b="1" dirty="0"/>
              <a:t>, </a:t>
            </a:r>
            <a:r>
              <a:rPr sz="4800" b="1" dirty="0" err="1"/>
              <a:t>что</a:t>
            </a:r>
            <a:r>
              <a:rPr sz="4800" b="1" dirty="0"/>
              <a:t> </a:t>
            </a:r>
            <a:r>
              <a:rPr sz="4800" b="1" dirty="0" err="1"/>
              <a:t>тебя</a:t>
            </a:r>
            <a:r>
              <a:rPr sz="4800" b="1" dirty="0"/>
              <a:t> </a:t>
            </a:r>
            <a:r>
              <a:rPr sz="4800" b="1" dirty="0" err="1"/>
              <a:t>хочет</a:t>
            </a:r>
            <a:r>
              <a:rPr sz="4800" b="1" dirty="0"/>
              <a:t> </a:t>
            </a:r>
            <a:r>
              <a:rPr sz="4800" b="1" dirty="0" err="1"/>
              <a:t>весь</a:t>
            </a:r>
            <a:r>
              <a:rPr sz="4800" b="1" dirty="0"/>
              <a:t> </a:t>
            </a:r>
            <a:r>
              <a:rPr sz="4800" b="1" dirty="0" err="1"/>
              <a:t>мир</a:t>
            </a:r>
            <a:r>
              <a:rPr sz="4800" b="1" dirty="0"/>
              <a:t>,</a:t>
            </a:r>
          </a:p>
          <a:p>
            <a:pPr marL="0" indent="0" algn="ctr">
              <a:buSzTx/>
              <a:buNone/>
              <a:defRPr>
                <a:solidFill>
                  <a:srgbClr val="000000"/>
                </a:solidFill>
              </a:defRPr>
            </a:pPr>
            <a:r>
              <a:rPr sz="4800" b="1" dirty="0" err="1"/>
              <a:t>Если</a:t>
            </a:r>
            <a:r>
              <a:rPr sz="4800" b="1" dirty="0"/>
              <a:t> </a:t>
            </a:r>
            <a:r>
              <a:rPr sz="4800" b="1" dirty="0" err="1"/>
              <a:t>ты</a:t>
            </a:r>
            <a:r>
              <a:rPr sz="4800" b="1" dirty="0"/>
              <a:t> </a:t>
            </a:r>
            <a:r>
              <a:rPr sz="4800" b="1" dirty="0" err="1"/>
              <a:t>все</a:t>
            </a:r>
            <a:r>
              <a:rPr sz="4800" b="1" dirty="0"/>
              <a:t> </a:t>
            </a:r>
            <a:r>
              <a:rPr sz="4800" b="1" dirty="0" err="1"/>
              <a:t>равно</a:t>
            </a:r>
            <a:r>
              <a:rPr sz="4800" b="1" dirty="0"/>
              <a:t> </a:t>
            </a:r>
            <a:r>
              <a:rPr sz="4800" b="1" dirty="0" err="1"/>
              <a:t>просыпаешься</a:t>
            </a:r>
            <a:r>
              <a:rPr sz="4800" b="1" dirty="0"/>
              <a:t> </a:t>
            </a:r>
            <a:r>
              <a:rPr sz="4800" b="1" dirty="0" err="1"/>
              <a:t>одна</a:t>
            </a:r>
            <a:r>
              <a:rPr sz="4800" b="1" dirty="0"/>
              <a:t>!</a:t>
            </a:r>
          </a:p>
        </p:txBody>
      </p:sp>
      <p:pic>
        <p:nvPicPr>
          <p:cNvPr id="2" name="Рисунок 2" descr="Изображение выглядит как человек, здание, земля, внешний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9068AFFE-408B-4BEF-B784-D4FF2EA64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902" y="277502"/>
            <a:ext cx="5717701" cy="715544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Конфета с крючком-картинка кокетливой Мальвин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ru-RU" dirty="0"/>
              <a:t>Конфеты с крючком (Мальвины)</a:t>
            </a:r>
          </a:p>
        </p:txBody>
      </p:sp>
      <p:sp>
        <p:nvSpPr>
          <p:cNvPr id="168" name="Властная, но ведет себя мягко и проявляет слабость…"/>
          <p:cNvSpPr txBox="1">
            <a:spLocks noGrp="1"/>
          </p:cNvSpPr>
          <p:nvPr>
            <p:ph type="body" sz="half" idx="1"/>
          </p:nvPr>
        </p:nvSpPr>
        <p:spPr>
          <a:xfrm>
            <a:off x="914400" y="2276219"/>
            <a:ext cx="7361500" cy="5212601"/>
          </a:xfrm>
          <a:prstGeom prst="rect">
            <a:avLst/>
          </a:prstGeom>
        </p:spPr>
        <p:txBody>
          <a:bodyPr lIns="50800" tIns="50800" rIns="50800" bIns="50800" anchor="ctr">
            <a:noAutofit/>
          </a:bodyPr>
          <a:lstStyle/>
          <a:p>
            <a:pPr marL="0" indent="0" defTabSz="531622">
              <a:spcBef>
                <a:spcPts val="0"/>
              </a:spcBef>
              <a:buNone/>
              <a:defRPr sz="3094">
                <a:solidFill>
                  <a:srgbClr val="000000"/>
                </a:solidFill>
              </a:defRPr>
            </a:pPr>
            <a:r>
              <a:rPr lang="ru-RU" sz="4400" dirty="0"/>
              <a:t>-властные</a:t>
            </a:r>
            <a:r>
              <a:rPr sz="4400" dirty="0"/>
              <a:t>, </a:t>
            </a:r>
            <a:r>
              <a:rPr sz="4400" dirty="0" err="1"/>
              <a:t>но</a:t>
            </a:r>
            <a:r>
              <a:rPr sz="4400" dirty="0"/>
              <a:t> </a:t>
            </a:r>
            <a:r>
              <a:rPr sz="4400" dirty="0" err="1"/>
              <a:t>вед</a:t>
            </a:r>
            <a:r>
              <a:rPr lang="ru-RU" sz="4400" dirty="0"/>
              <a:t>у</a:t>
            </a:r>
            <a:r>
              <a:rPr sz="4400" dirty="0"/>
              <a:t>т себя</a:t>
            </a:r>
            <a:r>
              <a:rPr lang="ru-RU" sz="4400" dirty="0"/>
              <a:t> кокетливо (мягко стелют)</a:t>
            </a:r>
            <a:endParaRPr lang="ru-RU" dirty="0"/>
          </a:p>
          <a:p>
            <a:pPr marL="0" indent="0" defTabSz="531622">
              <a:spcBef>
                <a:spcPts val="0"/>
              </a:spcBef>
              <a:buNone/>
              <a:defRPr sz="3094">
                <a:solidFill>
                  <a:srgbClr val="000000"/>
                </a:solidFill>
              </a:defRPr>
            </a:pPr>
            <a:r>
              <a:rPr lang="ru-RU" sz="4400" dirty="0"/>
              <a:t>-гибкие</a:t>
            </a:r>
            <a:r>
              <a:rPr sz="4400" dirty="0"/>
              <a:t>, </a:t>
            </a:r>
            <a:r>
              <a:rPr sz="4400" dirty="0" err="1"/>
              <a:t>но</a:t>
            </a:r>
            <a:r>
              <a:rPr sz="4400" dirty="0"/>
              <a:t> </a:t>
            </a:r>
            <a:r>
              <a:rPr sz="4400" dirty="0" err="1"/>
              <a:t>слишком</a:t>
            </a:r>
            <a:r>
              <a:rPr sz="4400" dirty="0"/>
              <a:t> </a:t>
            </a:r>
            <a:r>
              <a:rPr lang="ru-RU" sz="4400" dirty="0"/>
              <a:t>непрямые</a:t>
            </a:r>
            <a:r>
              <a:rPr sz="4400" dirty="0"/>
              <a:t>, </a:t>
            </a:r>
            <a:r>
              <a:rPr sz="4400" dirty="0" err="1"/>
              <a:t>много</a:t>
            </a:r>
            <a:r>
              <a:rPr sz="4400" dirty="0"/>
              <a:t> </a:t>
            </a:r>
            <a:r>
              <a:rPr sz="4400" dirty="0" err="1"/>
              <a:t>хитр</a:t>
            </a:r>
            <a:r>
              <a:rPr lang="ru-RU" sz="4400" dirty="0"/>
              <a:t>я</a:t>
            </a:r>
            <a:r>
              <a:rPr sz="4400" dirty="0"/>
              <a:t>т, </a:t>
            </a:r>
            <a:r>
              <a:rPr sz="4400" dirty="0" err="1"/>
              <a:t>обманыва</a:t>
            </a:r>
            <a:r>
              <a:rPr lang="ru-RU" sz="4400" dirty="0"/>
              <a:t>ю</a:t>
            </a:r>
            <a:r>
              <a:rPr sz="4400" dirty="0"/>
              <a:t>т</a:t>
            </a:r>
            <a:r>
              <a:rPr lang="ru-RU" sz="4400" dirty="0"/>
              <a:t> порой и самих</a:t>
            </a:r>
            <a:r>
              <a:rPr sz="4400" dirty="0"/>
              <a:t> </a:t>
            </a:r>
            <a:r>
              <a:rPr sz="4400" dirty="0" err="1"/>
              <a:t>себя</a:t>
            </a:r>
            <a:endParaRPr sz="4400" dirty="0"/>
          </a:p>
          <a:p>
            <a:pPr marL="0" indent="0" defTabSz="531622">
              <a:spcBef>
                <a:spcPts val="0"/>
              </a:spcBef>
              <a:buNone/>
              <a:defRPr sz="3094">
                <a:solidFill>
                  <a:srgbClr val="000000"/>
                </a:solidFill>
              </a:defRPr>
            </a:pPr>
            <a:r>
              <a:rPr lang="ru-RU" sz="4400" dirty="0"/>
              <a:t>-сексуальны</a:t>
            </a:r>
          </a:p>
        </p:txBody>
      </p:sp>
      <p:pic>
        <p:nvPicPr>
          <p:cNvPr id="6" name="Рисунок 6" descr="Изображение выглядит как одежда, сидит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F80DC164-C783-4F93-BC85-EDF00751C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900" y="2276218"/>
            <a:ext cx="4481334" cy="670765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Конфета с крючком-картинка кокетливой Мальвин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ru-RU" dirty="0"/>
              <a:t>Конфеты с крючком (Мальвины)</a:t>
            </a:r>
          </a:p>
        </p:txBody>
      </p:sp>
      <p:sp>
        <p:nvSpPr>
          <p:cNvPr id="168" name="Властная, но ведет себя мягко и проявляет слабость…"/>
          <p:cNvSpPr txBox="1">
            <a:spLocks noGrp="1"/>
          </p:cNvSpPr>
          <p:nvPr>
            <p:ph type="body" sz="half" idx="1"/>
          </p:nvPr>
        </p:nvSpPr>
        <p:spPr>
          <a:xfrm>
            <a:off x="914400" y="2276219"/>
            <a:ext cx="6748041" cy="7251104"/>
          </a:xfrm>
          <a:prstGeom prst="rect">
            <a:avLst/>
          </a:prstGeom>
        </p:spPr>
        <p:txBody>
          <a:bodyPr lIns="50800" tIns="50800" rIns="50800" bIns="50800" anchor="ctr">
            <a:noAutofit/>
          </a:bodyPr>
          <a:lstStyle/>
          <a:p>
            <a:pPr marL="0" indent="0" defTabSz="531622">
              <a:spcBef>
                <a:spcPts val="0"/>
              </a:spcBef>
              <a:buNone/>
              <a:defRPr sz="3094">
                <a:solidFill>
                  <a:srgbClr val="000000"/>
                </a:solidFill>
              </a:defRPr>
            </a:pPr>
            <a:r>
              <a:rPr lang="ru-RU" sz="4400" dirty="0"/>
              <a:t>-замахиваются на тех, кто «сильнее их»</a:t>
            </a:r>
          </a:p>
          <a:p>
            <a:pPr marL="0" indent="0" defTabSz="531622">
              <a:spcBef>
                <a:spcPts val="0"/>
              </a:spcBef>
              <a:buNone/>
              <a:defRPr sz="3094">
                <a:solidFill>
                  <a:srgbClr val="000000"/>
                </a:solidFill>
              </a:defRPr>
            </a:pPr>
            <a:r>
              <a:rPr lang="ru-RU" sz="4400" dirty="0"/>
              <a:t>-пытаются «вкладываться» в мужчину</a:t>
            </a:r>
          </a:p>
          <a:p>
            <a:pPr marL="0" indent="0" defTabSz="531622">
              <a:spcBef>
                <a:spcPts val="0"/>
              </a:spcBef>
              <a:buNone/>
              <a:defRPr sz="3094">
                <a:solidFill>
                  <a:srgbClr val="000000"/>
                </a:solidFill>
              </a:defRPr>
            </a:pPr>
            <a:r>
              <a:rPr lang="ru-RU" sz="4400" dirty="0"/>
              <a:t>-часто бывают преданы партнером</a:t>
            </a:r>
            <a:endParaRPr lang="ru-RU" dirty="0"/>
          </a:p>
          <a:p>
            <a:pPr marL="0" indent="0" defTabSz="531622">
              <a:spcBef>
                <a:spcPts val="0"/>
              </a:spcBef>
              <a:buNone/>
              <a:defRPr sz="3094">
                <a:solidFill>
                  <a:srgbClr val="000000"/>
                </a:solidFill>
              </a:defRPr>
            </a:pPr>
            <a:r>
              <a:rPr lang="ru-RU" sz="4400" dirty="0"/>
              <a:t>-жертвы «женского парадокса»</a:t>
            </a:r>
          </a:p>
        </p:txBody>
      </p:sp>
      <p:pic>
        <p:nvPicPr>
          <p:cNvPr id="3074" name="Picture 2" descr="All posts by Профессор Амбридж | Fand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441" y="3087808"/>
            <a:ext cx="5083919" cy="508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489376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Конфета с крючком-картинка кокетливой Мальвин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ru-RU" dirty="0"/>
              <a:t>Конфеты с крючком (Мальвины)</a:t>
            </a:r>
          </a:p>
        </p:txBody>
      </p:sp>
      <p:sp>
        <p:nvSpPr>
          <p:cNvPr id="168" name="Властная, но ведет себя мягко и проявляет слабость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 lIns="50800" tIns="50800" rIns="50800" bIns="50800" anchor="ctr">
            <a:noAutofit/>
          </a:bodyPr>
          <a:lstStyle/>
          <a:p>
            <a:pPr marL="0" indent="0" defTabSz="531622">
              <a:spcBef>
                <a:spcPts val="3400"/>
              </a:spcBef>
              <a:buNone/>
              <a:defRPr sz="3094">
                <a:solidFill>
                  <a:srgbClr val="000000"/>
                </a:solidFill>
              </a:defRPr>
            </a:pPr>
            <a:r>
              <a:rPr lang="ru-RU" sz="4400" dirty="0"/>
              <a:t>-</a:t>
            </a:r>
            <a:r>
              <a:rPr sz="4400" dirty="0"/>
              <a:t>Большая корона (</a:t>
            </a:r>
            <a:r>
              <a:rPr lang="ru-RU" sz="4400" dirty="0"/>
              <a:t>ведет себя как Королева, Императрица</a:t>
            </a:r>
            <a:r>
              <a:rPr sz="4400" dirty="0"/>
              <a:t>)</a:t>
            </a:r>
            <a:endParaRPr lang="ru-RU" sz="4400" dirty="0"/>
          </a:p>
          <a:p>
            <a:pPr marL="0" indent="0" defTabSz="531622">
              <a:spcBef>
                <a:spcPts val="3400"/>
              </a:spcBef>
              <a:buNone/>
              <a:defRPr sz="3094">
                <a:solidFill>
                  <a:srgbClr val="000000"/>
                </a:solidFill>
              </a:defRPr>
            </a:pPr>
            <a:r>
              <a:rPr lang="ru-RU" sz="4400" dirty="0"/>
              <a:t>-</a:t>
            </a:r>
            <a:r>
              <a:rPr sz="4400" dirty="0" err="1"/>
              <a:t>Альфа</a:t>
            </a:r>
            <a:endParaRPr lang="ru-RU" sz="4400" dirty="0"/>
          </a:p>
          <a:p>
            <a:pPr marL="0" indent="0" defTabSz="531622">
              <a:spcBef>
                <a:spcPts val="3400"/>
              </a:spcBef>
              <a:buNone/>
              <a:defRPr sz="3094">
                <a:solidFill>
                  <a:srgbClr val="000000"/>
                </a:solidFill>
              </a:defRPr>
            </a:pPr>
            <a:r>
              <a:rPr lang="en-US" sz="3094">
                <a:hlinkClick r:id="rId2"/>
              </a:rPr>
              <a:t>https://constructorus.ru/psixologiya/kompleks-malviny.html</a:t>
            </a:r>
            <a:endParaRPr lang="ru-RU" sz="4400" dirty="0"/>
          </a:p>
        </p:txBody>
      </p:sp>
      <p:pic>
        <p:nvPicPr>
          <p:cNvPr id="2050" name="Picture 2" descr="Ольга Бузова отказалась от корпоративов ради романического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2593" y="3147048"/>
            <a:ext cx="5735850" cy="317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407712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Тест: Как отличить Победительницу от Конфеты"/>
          <p:cNvSpPr txBox="1">
            <a:spLocks noGrp="1"/>
          </p:cNvSpPr>
          <p:nvPr>
            <p:ph type="title"/>
          </p:nvPr>
        </p:nvSpPr>
        <p:spPr>
          <a:xfrm>
            <a:off x="721448" y="6036169"/>
            <a:ext cx="11806434" cy="2652625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dirty="0"/>
              <a:t>Тест: </a:t>
            </a:r>
            <a:br>
              <a:rPr lang="en-US" dirty="0"/>
            </a:br>
            <a:r>
              <a:rPr dirty="0"/>
              <a:t>Как отличить </a:t>
            </a:r>
            <a:br>
              <a:rPr lang="ru-RU" dirty="0"/>
            </a:br>
            <a:r>
              <a:rPr dirty="0"/>
              <a:t>Победительницу от Конфеты</a:t>
            </a:r>
            <a:endParaRPr lang="ru-RU" dirty="0"/>
          </a:p>
        </p:txBody>
      </p:sp>
      <p:pic>
        <p:nvPicPr>
          <p:cNvPr id="4" name="Рисунок 4" descr="Изображение выглядит как небо, внешний, автомобиль, дорога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C155F32F-A974-4F30-A7C0-3F85140CBB23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 rotWithShape="1">
          <a:blip r:embed="rId2"/>
          <a:srcRect l="2044" r="2044"/>
          <a:stretch/>
        </p:blipFill>
        <p:spPr>
          <a:xfrm>
            <a:off x="1790180" y="22386"/>
            <a:ext cx="9656132" cy="604373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Что делать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sz="13800" b="1" dirty="0" err="1"/>
              <a:t>Что</a:t>
            </a:r>
            <a:r>
              <a:rPr sz="13800" b="1" dirty="0"/>
              <a:t> </a:t>
            </a:r>
            <a:r>
              <a:rPr sz="13800" b="1" dirty="0" err="1"/>
              <a:t>делать</a:t>
            </a:r>
            <a:r>
              <a:rPr sz="13800" b="1" dirty="0"/>
              <a:t>?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Стратегии для Дурочки-Наивной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dirty="0" err="1"/>
              <a:t>Стратегии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Наивной</a:t>
            </a:r>
            <a:r>
              <a:rPr lang="ru-RU" dirty="0"/>
              <a:t>-Настеньки</a:t>
            </a:r>
            <a:endParaRPr dirty="0"/>
          </a:p>
        </p:txBody>
      </p:sp>
      <p:sp>
        <p:nvSpPr>
          <p:cNvPr id="191" name="Создать свои критерии выбора партнера, написать 4 списка (метод «солнце»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28600" indent="-228600" algn="just">
              <a:buAutoNum type="arabicPeriod"/>
              <a:defRPr>
                <a:solidFill>
                  <a:srgbClr val="000000"/>
                </a:solidFill>
              </a:defRPr>
            </a:pP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свои</a:t>
            </a:r>
            <a:r>
              <a:rPr dirty="0"/>
              <a:t> </a:t>
            </a:r>
            <a:r>
              <a:rPr dirty="0" err="1"/>
              <a:t>критерии</a:t>
            </a:r>
            <a:r>
              <a:rPr dirty="0"/>
              <a:t> </a:t>
            </a:r>
            <a:r>
              <a:rPr dirty="0" err="1"/>
              <a:t>выбора</a:t>
            </a:r>
            <a:r>
              <a:rPr dirty="0"/>
              <a:t> </a:t>
            </a:r>
            <a:r>
              <a:rPr dirty="0" err="1"/>
              <a:t>партнера</a:t>
            </a:r>
            <a:r>
              <a:rPr dirty="0"/>
              <a:t>, </a:t>
            </a:r>
            <a:r>
              <a:rPr dirty="0" err="1"/>
              <a:t>написать</a:t>
            </a:r>
            <a:r>
              <a:rPr dirty="0"/>
              <a:t> 4 </a:t>
            </a:r>
            <a:r>
              <a:rPr dirty="0" err="1"/>
              <a:t>списка</a:t>
            </a:r>
            <a:r>
              <a:rPr dirty="0"/>
              <a:t> (</a:t>
            </a:r>
            <a:r>
              <a:rPr dirty="0" err="1"/>
              <a:t>метод</a:t>
            </a:r>
            <a:r>
              <a:rPr dirty="0"/>
              <a:t> «</a:t>
            </a:r>
            <a:r>
              <a:rPr dirty="0" err="1"/>
              <a:t>солнце</a:t>
            </a:r>
            <a:r>
              <a:rPr lang="ru-RU" dirty="0"/>
              <a:t> моё</a:t>
            </a:r>
            <a:r>
              <a:rPr dirty="0"/>
              <a:t>»)</a:t>
            </a:r>
          </a:p>
          <a:p>
            <a:pPr marL="228600" indent="-228600" algn="just">
              <a:buAutoNum type="arabicPeriod"/>
              <a:defRPr>
                <a:solidFill>
                  <a:srgbClr val="000000"/>
                </a:solidFill>
              </a:defRPr>
            </a:pPr>
            <a:r>
              <a:rPr dirty="0" err="1"/>
              <a:t>Учиться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эгоисткой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давать</a:t>
            </a:r>
            <a:r>
              <a:rPr dirty="0"/>
              <a:t> 4-го </a:t>
            </a:r>
            <a:r>
              <a:rPr dirty="0" err="1"/>
              <a:t>шанса</a:t>
            </a:r>
            <a:r>
              <a:rPr dirty="0"/>
              <a:t>, </a:t>
            </a:r>
            <a:r>
              <a:rPr dirty="0" err="1"/>
              <a:t>меньше</a:t>
            </a:r>
            <a:r>
              <a:rPr dirty="0"/>
              <a:t> </a:t>
            </a:r>
            <a:r>
              <a:rPr dirty="0" err="1"/>
              <a:t>брать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себя</a:t>
            </a:r>
            <a:r>
              <a:rPr dirty="0"/>
              <a:t> </a:t>
            </a:r>
            <a:r>
              <a:rPr dirty="0" err="1"/>
              <a:t>чужие</a:t>
            </a:r>
            <a:r>
              <a:rPr dirty="0"/>
              <a:t> </a:t>
            </a:r>
            <a:r>
              <a:rPr dirty="0" err="1"/>
              <a:t>проблемы</a:t>
            </a:r>
          </a:p>
          <a:p>
            <a:pPr marL="228600" indent="-228600" algn="just">
              <a:buAutoNum type="arabicPeriod"/>
              <a:defRPr>
                <a:solidFill>
                  <a:srgbClr val="000000"/>
                </a:solidFill>
              </a:defRPr>
            </a:pPr>
            <a:r>
              <a:rPr dirty="0" err="1"/>
              <a:t>Учиться</a:t>
            </a:r>
            <a:r>
              <a:rPr dirty="0"/>
              <a:t> </a:t>
            </a:r>
            <a:r>
              <a:rPr dirty="0" err="1"/>
              <a:t>оставлять</a:t>
            </a:r>
            <a:r>
              <a:rPr dirty="0"/>
              <a:t> </a:t>
            </a:r>
            <a:r>
              <a:rPr dirty="0" err="1"/>
              <a:t>неперспективных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пытаться</a:t>
            </a:r>
            <a:r>
              <a:rPr dirty="0"/>
              <a:t> </a:t>
            </a:r>
            <a:r>
              <a:rPr dirty="0" err="1"/>
              <a:t>им</a:t>
            </a:r>
            <a:r>
              <a:rPr dirty="0"/>
              <a:t> </a:t>
            </a:r>
            <a:r>
              <a:rPr dirty="0" err="1"/>
              <a:t>помочь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переделать</a:t>
            </a:r>
            <a:endParaRPr lang="ru-RU" dirty="0"/>
          </a:p>
          <a:p>
            <a:pPr marL="228600" indent="-228600" algn="just">
              <a:buAutoNum type="arabicPeriod"/>
              <a:defRPr>
                <a:solidFill>
                  <a:srgbClr val="000000"/>
                </a:solidFill>
              </a:defRPr>
            </a:pPr>
            <a:r>
              <a:rPr lang="ru-RU" dirty="0"/>
              <a:t>Помогать, если просят, есть возможность и желание</a:t>
            </a:r>
            <a:endParaRPr dirty="0" err="1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38" y="0"/>
            <a:ext cx="11856324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068993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Стратегии для Победительницы-Гермион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Стратегии для Победительницы-Гермионы</a:t>
            </a:r>
          </a:p>
        </p:txBody>
      </p:sp>
      <p:sp>
        <p:nvSpPr>
          <p:cNvPr id="185" name="Помнить про преимущества мужчин над женщинами (дз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28600" indent="-228600" algn="just">
              <a:buAutoNum type="arabicPeriod"/>
              <a:defRPr>
                <a:solidFill>
                  <a:srgbClr val="000000"/>
                </a:solidFill>
              </a:defRPr>
            </a:pPr>
            <a:r>
              <a:rPr dirty="0" err="1"/>
              <a:t>Помнить</a:t>
            </a:r>
            <a:r>
              <a:rPr dirty="0"/>
              <a:t> </a:t>
            </a:r>
            <a:r>
              <a:rPr dirty="0" err="1"/>
              <a:t>про</a:t>
            </a:r>
            <a:r>
              <a:rPr dirty="0"/>
              <a:t> </a:t>
            </a:r>
            <a:r>
              <a:rPr dirty="0" err="1"/>
              <a:t>преимущества</a:t>
            </a:r>
            <a:r>
              <a:rPr dirty="0"/>
              <a:t> </a:t>
            </a:r>
            <a:r>
              <a:rPr dirty="0" err="1"/>
              <a:t>мужчин</a:t>
            </a:r>
            <a:r>
              <a:rPr dirty="0"/>
              <a:t> </a:t>
            </a:r>
            <a:r>
              <a:rPr dirty="0" err="1"/>
              <a:t>над</a:t>
            </a:r>
            <a:r>
              <a:rPr dirty="0"/>
              <a:t> </a:t>
            </a:r>
            <a:r>
              <a:rPr dirty="0" err="1"/>
              <a:t>женщинами</a:t>
            </a:r>
            <a:r>
              <a:rPr dirty="0"/>
              <a:t> (</a:t>
            </a:r>
            <a:r>
              <a:rPr dirty="0" err="1"/>
              <a:t>дз</a:t>
            </a:r>
            <a:r>
              <a:rPr dirty="0"/>
              <a:t>)</a:t>
            </a:r>
          </a:p>
          <a:p>
            <a:pPr marL="228600" indent="-228600" algn="just">
              <a:buAutoNum type="arabicPeriod"/>
              <a:defRPr>
                <a:solidFill>
                  <a:srgbClr val="000000"/>
                </a:solidFill>
              </a:defRPr>
            </a:pPr>
            <a:r>
              <a:rPr dirty="0" err="1"/>
              <a:t>Учиться</a:t>
            </a:r>
            <a:r>
              <a:rPr dirty="0"/>
              <a:t> </a:t>
            </a:r>
            <a:r>
              <a:rPr dirty="0" err="1"/>
              <a:t>подчиняться</a:t>
            </a:r>
            <a:r>
              <a:rPr dirty="0"/>
              <a:t>, </a:t>
            </a:r>
            <a:r>
              <a:rPr dirty="0" err="1"/>
              <a:t>меньше</a:t>
            </a:r>
            <a:r>
              <a:rPr dirty="0"/>
              <a:t> </a:t>
            </a:r>
            <a:r>
              <a:rPr dirty="0" err="1"/>
              <a:t>капризничать</a:t>
            </a:r>
            <a:endParaRPr dirty="0"/>
          </a:p>
          <a:p>
            <a:pPr marL="228600" indent="-228600" algn="just">
              <a:buAutoNum type="arabicPeriod"/>
              <a:defRPr>
                <a:solidFill>
                  <a:srgbClr val="000000"/>
                </a:solidFill>
              </a:defRPr>
            </a:pPr>
            <a:r>
              <a:rPr dirty="0" err="1"/>
              <a:t>Давать</a:t>
            </a:r>
            <a:r>
              <a:rPr dirty="0"/>
              <a:t> 2-й и </a:t>
            </a:r>
            <a:r>
              <a:rPr dirty="0" err="1"/>
              <a:t>даже</a:t>
            </a:r>
            <a:r>
              <a:rPr dirty="0"/>
              <a:t> 3-й </a:t>
            </a:r>
            <a:r>
              <a:rPr dirty="0" err="1"/>
              <a:t>шанс</a:t>
            </a:r>
            <a:r>
              <a:rPr dirty="0"/>
              <a:t> 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Стратегии для Конфеты-Мальвин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Стратегии для Конфеты-Мальвины</a:t>
            </a:r>
          </a:p>
        </p:txBody>
      </p:sp>
      <p:sp>
        <p:nvSpPr>
          <p:cNvPr id="188" name="Принять свою властность, амбициозность…"/>
          <p:cNvSpPr txBox="1">
            <a:spLocks noGrp="1"/>
          </p:cNvSpPr>
          <p:nvPr>
            <p:ph type="body" idx="1"/>
          </p:nvPr>
        </p:nvSpPr>
        <p:spPr>
          <a:xfrm>
            <a:off x="914399" y="2717800"/>
            <a:ext cx="11424213" cy="6350000"/>
          </a:xfrm>
          <a:prstGeom prst="rect">
            <a:avLst/>
          </a:prstGeom>
        </p:spPr>
        <p:txBody>
          <a:bodyPr/>
          <a:lstStyle/>
          <a:p>
            <a:pPr marL="228600" indent="-228600" algn="just">
              <a:buAutoNum type="arabicPeriod"/>
              <a:defRPr>
                <a:solidFill>
                  <a:srgbClr val="000000"/>
                </a:solidFill>
              </a:defRPr>
            </a:pPr>
            <a:r>
              <a:rPr dirty="0" err="1"/>
              <a:t>Принять</a:t>
            </a:r>
            <a:r>
              <a:rPr dirty="0"/>
              <a:t> </a:t>
            </a:r>
            <a:r>
              <a:rPr dirty="0" err="1"/>
              <a:t>свою</a:t>
            </a:r>
            <a:r>
              <a:rPr dirty="0"/>
              <a:t> </a:t>
            </a:r>
            <a:r>
              <a:rPr dirty="0" err="1"/>
              <a:t>властность</a:t>
            </a:r>
            <a:r>
              <a:rPr dirty="0"/>
              <a:t>, </a:t>
            </a:r>
            <a:r>
              <a:rPr dirty="0" err="1"/>
              <a:t>амбициозность</a:t>
            </a:r>
            <a:endParaRPr dirty="0"/>
          </a:p>
          <a:p>
            <a:pPr marL="228600" indent="-228600" algn="just">
              <a:buAutoNum type="arabicPeriod"/>
              <a:defRPr>
                <a:solidFill>
                  <a:srgbClr val="000000"/>
                </a:solidFill>
              </a:defRPr>
            </a:pPr>
            <a:r>
              <a:rPr dirty="0" err="1"/>
              <a:t>Учиться</a:t>
            </a:r>
            <a:r>
              <a:rPr dirty="0"/>
              <a:t> </a:t>
            </a:r>
            <a:r>
              <a:rPr dirty="0" err="1"/>
              <a:t>руководить</a:t>
            </a:r>
            <a:r>
              <a:rPr dirty="0"/>
              <a:t>, </a:t>
            </a:r>
            <a:r>
              <a:rPr dirty="0" err="1"/>
              <a:t>меньше</a:t>
            </a:r>
            <a:r>
              <a:rPr dirty="0"/>
              <a:t> </a:t>
            </a:r>
            <a:r>
              <a:rPr dirty="0" err="1"/>
              <a:t>проявлять</a:t>
            </a:r>
            <a:r>
              <a:rPr dirty="0"/>
              <a:t> </a:t>
            </a:r>
            <a:r>
              <a:rPr dirty="0" err="1"/>
              <a:t>ложную</a:t>
            </a:r>
            <a:r>
              <a:rPr dirty="0"/>
              <a:t> </a:t>
            </a:r>
            <a:r>
              <a:rPr dirty="0" err="1"/>
              <a:t>слабость</a:t>
            </a:r>
            <a:endParaRPr dirty="0"/>
          </a:p>
          <a:p>
            <a:pPr marL="228600" indent="-228600" algn="just">
              <a:buAutoNum type="arabicPeriod"/>
              <a:defRPr>
                <a:solidFill>
                  <a:srgbClr val="000000"/>
                </a:solidFill>
              </a:defRPr>
            </a:pPr>
            <a:r>
              <a:rPr dirty="0" err="1"/>
              <a:t>Создать</a:t>
            </a:r>
            <a:r>
              <a:rPr dirty="0"/>
              <a:t> «</a:t>
            </a:r>
            <a:r>
              <a:rPr dirty="0" err="1"/>
              <a:t>свое</a:t>
            </a:r>
            <a:r>
              <a:rPr dirty="0"/>
              <a:t> </a:t>
            </a:r>
            <a:r>
              <a:rPr dirty="0" err="1"/>
              <a:t>королевство</a:t>
            </a:r>
            <a:r>
              <a:rPr dirty="0"/>
              <a:t>»,</a:t>
            </a:r>
            <a:r>
              <a:rPr lang="ru-RU" dirty="0"/>
              <a:t> «империю»,</a:t>
            </a:r>
            <a:r>
              <a:rPr dirty="0"/>
              <a:t>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искать</a:t>
            </a:r>
            <a:r>
              <a:rPr dirty="0"/>
              <a:t> </a:t>
            </a:r>
            <a:r>
              <a:rPr lang="ru-RU" dirty="0"/>
              <a:t>«</a:t>
            </a:r>
            <a:r>
              <a:rPr dirty="0" err="1"/>
              <a:t>короля</a:t>
            </a:r>
            <a:r>
              <a:rPr lang="ru-RU" dirty="0"/>
              <a:t>» или того, в кого «вложиться»</a:t>
            </a:r>
            <a:endParaRPr dirty="0"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68" y="422926"/>
            <a:ext cx="12294067" cy="885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31833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Формулы совместимости </a:t>
            </a:r>
            <a:r>
              <a:rPr lang="it-IT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ɑβɣ</a:t>
            </a:r>
            <a:endParaRPr lang="ru-RU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девушки угла </a:t>
            </a:r>
            <a:r>
              <a:rPr lang="it-IT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βɣ</a:t>
            </a: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нужен мужчина </a:t>
            </a:r>
            <a:r>
              <a:rPr lang="it-IT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ɑ</a:t>
            </a:r>
            <a:endParaRPr lang="ru-RU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девушки угла </a:t>
            </a:r>
            <a:r>
              <a:rPr lang="it-IT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ɑɣ</a:t>
            </a: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нужен мужчина </a:t>
            </a:r>
            <a:r>
              <a:rPr lang="it-IT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ru-RU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девушки угла </a:t>
            </a:r>
            <a:r>
              <a:rPr lang="it-IT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ɑβ</a:t>
            </a: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нужен мужчина </a:t>
            </a:r>
            <a:r>
              <a:rPr lang="it-IT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ɣ</a:t>
            </a:r>
            <a:endParaRPr lang="ru-RU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844836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Иерархии подходящие </a:t>
            </a:r>
            <a:r>
              <a:rPr lang="it-IT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ɑβɣ</a:t>
            </a:r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7989" y="2717800"/>
            <a:ext cx="11332411" cy="6350000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девушки, если она:</a:t>
            </a:r>
          </a:p>
          <a:p>
            <a:pPr marL="0" indent="0">
              <a:buNone/>
            </a:pPr>
            <a:r>
              <a:rPr lang="it-IT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ɑ</a:t>
            </a: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походит матриархат или </a:t>
            </a:r>
            <a:r>
              <a:rPr lang="ru-RU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псевдопатриархат</a:t>
            </a:r>
            <a:endParaRPr lang="ru-RU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походит </a:t>
            </a:r>
            <a:r>
              <a:rPr lang="ru-RU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псевдоматриархат</a:t>
            </a: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или патриархат</a:t>
            </a:r>
          </a:p>
          <a:p>
            <a:pPr marL="0" indent="0">
              <a:buNone/>
            </a:pPr>
            <a:r>
              <a:rPr lang="it-IT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ɣ</a:t>
            </a: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походит патриархат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986286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Критерии выбора партнера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ru-RU" sz="3600" b="1" dirty="0">
                <a:solidFill>
                  <a:schemeClr val="tx2">
                    <a:lumMod val="50000"/>
                  </a:schemeClr>
                </a:solidFill>
              </a:rPr>
              <a:t>1.Согласие по поводу иерархии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sz="3600" b="1" dirty="0">
                <a:solidFill>
                  <a:schemeClr val="tx2">
                    <a:lumMod val="50000"/>
                  </a:schemeClr>
                </a:solidFill>
              </a:rPr>
              <a:t>2. Позитивная модель отношений в семье партнера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sz="3600" b="1" dirty="0">
                <a:solidFill>
                  <a:schemeClr val="tx2">
                    <a:lumMod val="50000"/>
                  </a:schemeClr>
                </a:solidFill>
              </a:rPr>
              <a:t>3.Гражданский брак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sz="3600" b="1" dirty="0">
                <a:solidFill>
                  <a:schemeClr val="tx2">
                    <a:lumMod val="50000"/>
                  </a:schemeClr>
                </a:solidFill>
              </a:rPr>
              <a:t>4.Отсутствие желания переделать, перевоспитать, спасти партнера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sz="3600" b="1" dirty="0">
                <a:solidFill>
                  <a:schemeClr val="tx2">
                    <a:lumMod val="50000"/>
                  </a:schemeClr>
                </a:solidFill>
              </a:rPr>
              <a:t>5.Общий уровень образования, культуры и притязаний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sz="3600" b="1" dirty="0">
                <a:solidFill>
                  <a:schemeClr val="tx2">
                    <a:lumMod val="50000"/>
                  </a:schemeClr>
                </a:solidFill>
              </a:rPr>
              <a:t>6.Комфортное ощущение рядом с партнером.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sz="3600" b="1" dirty="0">
                <a:solidFill>
                  <a:schemeClr val="tx2">
                    <a:lumMod val="50000"/>
                  </a:schemeClr>
                </a:solidFill>
              </a:rPr>
              <a:t>7.Согласие по поводу будущего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3600" b="1" dirty="0">
                <a:solidFill>
                  <a:schemeClr val="tx2">
                    <a:lumMod val="50000"/>
                  </a:schemeClr>
                </a:solidFill>
              </a:rPr>
              <a:t>8.Отсутствие ложных мотивов для вступления в брак</a:t>
            </a:r>
          </a:p>
        </p:txBody>
      </p:sp>
    </p:spTree>
    <p:extLst>
      <p:ext uri="{BB962C8B-B14F-4D97-AF65-F5344CB8AC3E}">
        <p14:creationId xmlns:p14="http://schemas.microsoft.com/office/powerpoint/2010/main" val="5136629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Критерии выбора партнера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2910348"/>
            <a:ext cx="11176000" cy="6157451"/>
          </a:xfrm>
        </p:spPr>
        <p:txBody>
          <a:bodyPr>
            <a:normAutofit/>
          </a:bodyPr>
          <a:lstStyle/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600" b="1" dirty="0">
                <a:solidFill>
                  <a:schemeClr val="tx2">
                    <a:lumMod val="50000"/>
                  </a:schemeClr>
                </a:solidFill>
              </a:rPr>
              <a:t>9.Наличие дружеских отношений</a:t>
            </a:r>
            <a:endParaRPr lang="ru-RU" sz="3600" dirty="0">
              <a:solidFill>
                <a:schemeClr val="tx2">
                  <a:lumMod val="50000"/>
                </a:schemeClr>
              </a:solidFill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600" b="1" dirty="0">
                <a:solidFill>
                  <a:schemeClr val="tx2">
                    <a:lumMod val="50000"/>
                  </a:schemeClr>
                </a:solidFill>
              </a:rPr>
              <a:t>10.Отсутствие вмешательства родителей, других родственников, друзей и т.п. в отношения</a:t>
            </a:r>
            <a:endParaRPr lang="ru-RU" sz="3600" dirty="0">
              <a:solidFill>
                <a:schemeClr val="tx2">
                  <a:lumMod val="50000"/>
                </a:schemeClr>
              </a:solidFill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600" b="1" dirty="0">
                <a:solidFill>
                  <a:schemeClr val="tx2">
                    <a:lumMod val="50000"/>
                  </a:schemeClr>
                </a:solidFill>
              </a:rPr>
              <a:t>11.Партнер не является крайним психопатом</a:t>
            </a:r>
            <a:endParaRPr lang="ru-RU" sz="3600" dirty="0">
              <a:solidFill>
                <a:schemeClr val="tx2">
                  <a:lumMod val="50000"/>
                </a:schemeClr>
              </a:solidFill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600" b="1" dirty="0">
                <a:solidFill>
                  <a:schemeClr val="tx2">
                    <a:lumMod val="50000"/>
                  </a:schemeClr>
                </a:solidFill>
              </a:rPr>
              <a:t>12.Наличие общих ценностей</a:t>
            </a:r>
            <a:endParaRPr lang="ru-RU" sz="3600" dirty="0">
              <a:solidFill>
                <a:schemeClr val="tx2">
                  <a:lumMod val="50000"/>
                </a:schemeClr>
              </a:solidFill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600" b="1" dirty="0">
                <a:solidFill>
                  <a:schemeClr val="tx2">
                    <a:lumMod val="50000"/>
                  </a:schemeClr>
                </a:solidFill>
              </a:rPr>
              <a:t>13.Схожий менталитет, семейная культура</a:t>
            </a:r>
            <a:endParaRPr lang="ru-RU" sz="3600" dirty="0">
              <a:solidFill>
                <a:schemeClr val="tx2">
                  <a:lumMod val="50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567996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PhotoPortfolio">
  <a:themeElements>
    <a:clrScheme name="PhotoPortfolio">
      <a:dk1>
        <a:srgbClr val="72675A"/>
      </a:dk1>
      <a:lt1>
        <a:srgbClr val="184472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PhotoPortfolio">
      <a:majorFont>
        <a:latin typeface="Baskerville"/>
        <a:ea typeface="Baskerville"/>
        <a:cs typeface="Baskerville"/>
      </a:majorFont>
      <a:minorFont>
        <a:latin typeface="Cochin"/>
        <a:ea typeface="Cochin"/>
        <a:cs typeface="Cochin"/>
      </a:minorFont>
    </a:fontScheme>
    <a:fmtScheme name="Photo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381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50800" cap="flat">
          <a:solidFill>
            <a:srgbClr val="51515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72675A"/>
            </a:solidFill>
            <a:effectLst/>
            <a:uFillTx/>
            <a:latin typeface="+mj-lt"/>
            <a:ea typeface="+mj-ea"/>
            <a:cs typeface="+mj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Небеса">
  <a:themeElements>
    <a:clrScheme name="Небеса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0000FF"/>
      </a:hlink>
      <a:folHlink>
        <a:srgbClr val="FF00FF"/>
      </a:folHlink>
    </a:clrScheme>
    <a:fontScheme name="Небеса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Небес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rnd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PhotoPortfolio">
  <a:themeElements>
    <a:clrScheme name="PhotoPortfolio">
      <a:dk1>
        <a:srgbClr val="000000"/>
      </a:dk1>
      <a:lt1>
        <a:srgbClr val="FFFFFF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PhotoPortfolio">
      <a:majorFont>
        <a:latin typeface="Baskerville"/>
        <a:ea typeface="Baskerville"/>
        <a:cs typeface="Baskerville"/>
      </a:majorFont>
      <a:minorFont>
        <a:latin typeface="Cochin"/>
        <a:ea typeface="Cochin"/>
        <a:cs typeface="Cochin"/>
      </a:minorFont>
    </a:fontScheme>
    <a:fmtScheme name="Photo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381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50800" cap="flat">
          <a:solidFill>
            <a:srgbClr val="51515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72675A"/>
            </a:solidFill>
            <a:effectLst/>
            <a:uFillTx/>
            <a:latin typeface="+mj-lt"/>
            <a:ea typeface="+mj-ea"/>
            <a:cs typeface="+mj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319</TotalTime>
  <Words>724</Words>
  <Application>Microsoft Office PowerPoint</Application>
  <PresentationFormat>Произвольный</PresentationFormat>
  <Paragraphs>116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27</vt:i4>
      </vt:variant>
    </vt:vector>
  </HeadingPairs>
  <TitlesOfParts>
    <vt:vector size="35" baseType="lpstr">
      <vt:lpstr>Baskerville</vt:lpstr>
      <vt:lpstr>Helvetica Neue</vt:lpstr>
      <vt:lpstr>Noteworthy Bold</vt:lpstr>
      <vt:lpstr>Arial</vt:lpstr>
      <vt:lpstr>Calibri</vt:lpstr>
      <vt:lpstr>Calibri Light</vt:lpstr>
      <vt:lpstr>PhotoPortfolio</vt:lpstr>
      <vt:lpstr>Небеса</vt:lpstr>
      <vt:lpstr>     Психология отношений и Психологическая коррекция сексуальной сферы</vt:lpstr>
      <vt:lpstr>Общий план</vt:lpstr>
      <vt:lpstr>Три основных ошибки</vt:lpstr>
      <vt:lpstr>Презентация PowerPoint</vt:lpstr>
      <vt:lpstr>Наивные (Настеньки)</vt:lpstr>
      <vt:lpstr>Наивные (Настеньки) </vt:lpstr>
      <vt:lpstr> Итоги наивности  </vt:lpstr>
      <vt:lpstr>Презентация PowerPoint</vt:lpstr>
      <vt:lpstr>Победительницы (Гермионы) </vt:lpstr>
      <vt:lpstr>Победительницы (Гермионы)</vt:lpstr>
      <vt:lpstr>Итоги победительства</vt:lpstr>
      <vt:lpstr>Презентация PowerPoint</vt:lpstr>
      <vt:lpstr>Презентация PowerPoint</vt:lpstr>
      <vt:lpstr>Конфеты с крючком (Мальвины)</vt:lpstr>
      <vt:lpstr>Конфеты с крючком (Мальвины)</vt:lpstr>
      <vt:lpstr>Конфеты с крючком (Мальвины)</vt:lpstr>
      <vt:lpstr>Тест:  Как отличить  Победительницу от Конфеты</vt:lpstr>
      <vt:lpstr>Что делать?</vt:lpstr>
      <vt:lpstr>Стратегии для Наивной-Настеньки</vt:lpstr>
      <vt:lpstr>Презентация PowerPoint</vt:lpstr>
      <vt:lpstr>Стратегии для Победительницы-Гермионы</vt:lpstr>
      <vt:lpstr>Стратегии для Конфеты-Мальвины</vt:lpstr>
      <vt:lpstr>Презентация PowerPoint</vt:lpstr>
      <vt:lpstr>Формулы совместимости ɑβɣ</vt:lpstr>
      <vt:lpstr>Иерархии подходящие ɑβɣ </vt:lpstr>
      <vt:lpstr>Критерии выбора партнера</vt:lpstr>
      <vt:lpstr>Критерии выбора партнера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Успех в партнерских отношениях (ошибки девушек в любви, ведущие к одиночеству)</dc:title>
  <dc:creator>Андрей Кузин</dc:creator>
  <cp:lastModifiedBy>365 Pro Plus</cp:lastModifiedBy>
  <cp:revision>465</cp:revision>
  <dcterms:modified xsi:type="dcterms:W3CDTF">2026-05-15T09:49:22Z</dcterms:modified>
</cp:coreProperties>
</file>